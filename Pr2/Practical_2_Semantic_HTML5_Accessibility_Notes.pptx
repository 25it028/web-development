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Practical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Semantic HTML5 Pages with Accessibility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Develop 10 semantic HTML5 pages with accessible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919"/>
            <a:ext cx="8229600" cy="5067886"/>
          </a:xfrm>
        </p:spPr>
        <p:txBody>
          <a:bodyPr>
            <a:normAutofit lnSpcReduction="10000"/>
          </a:bodyPr>
          <a:lstStyle/>
          <a:p>
            <a:pPr>
              <a:defRPr sz="2200"/>
            </a:pPr>
            <a:r>
              <a:rPr sz="2000" dirty="0" err="1"/>
              <a:t>StudentHub</a:t>
            </a:r>
            <a:r>
              <a:rPr sz="2000" dirty="0"/>
              <a:t>/</a:t>
            </a:r>
          </a:p>
          <a:p>
            <a:pPr>
              <a:defRPr sz="2200"/>
            </a:pPr>
            <a:r>
              <a:rPr sz="2000" dirty="0"/>
              <a:t>- index.html</a:t>
            </a:r>
          </a:p>
          <a:p>
            <a:pPr>
              <a:defRPr sz="2200"/>
            </a:pPr>
            <a:r>
              <a:rPr sz="2000" dirty="0"/>
              <a:t>- about.html</a:t>
            </a:r>
          </a:p>
          <a:p>
            <a:pPr>
              <a:defRPr sz="2200"/>
            </a:pPr>
            <a:r>
              <a:rPr sz="2000" dirty="0"/>
              <a:t>- register.html</a:t>
            </a:r>
          </a:p>
          <a:p>
            <a:pPr>
              <a:defRPr sz="2200"/>
            </a:pPr>
            <a:r>
              <a:rPr sz="2000" dirty="0"/>
              <a:t>- login.html</a:t>
            </a:r>
          </a:p>
          <a:p>
            <a:pPr>
              <a:defRPr sz="2200"/>
            </a:pPr>
            <a:r>
              <a:rPr sz="2000" dirty="0"/>
              <a:t>- dashboard.html</a:t>
            </a:r>
          </a:p>
          <a:p>
            <a:pPr>
              <a:defRPr sz="2200"/>
            </a:pPr>
            <a:r>
              <a:rPr sz="2000" dirty="0"/>
              <a:t>- events.html</a:t>
            </a:r>
          </a:p>
          <a:p>
            <a:pPr>
              <a:defRPr sz="2200"/>
            </a:pPr>
            <a:r>
              <a:rPr sz="2000" dirty="0"/>
              <a:t>- profile.html</a:t>
            </a:r>
          </a:p>
          <a:p>
            <a:pPr>
              <a:defRPr sz="2200"/>
            </a:pPr>
            <a:r>
              <a:rPr sz="2000" dirty="0"/>
              <a:t>- contact.html</a:t>
            </a:r>
          </a:p>
          <a:p>
            <a:pPr>
              <a:defRPr sz="2200"/>
            </a:pPr>
            <a:r>
              <a:rPr sz="2000" dirty="0"/>
              <a:t>- admin.html</a:t>
            </a:r>
          </a:p>
          <a:p>
            <a:pPr>
              <a:defRPr sz="2200"/>
            </a:pPr>
            <a:r>
              <a:rPr sz="2000" dirty="0"/>
              <a:t>- faq.html</a:t>
            </a:r>
          </a:p>
          <a:p>
            <a:pPr>
              <a:defRPr sz="2200"/>
            </a:pPr>
            <a:r>
              <a:rPr sz="2000" dirty="0"/>
              <a:t>- feedback.html</a:t>
            </a:r>
          </a:p>
          <a:p>
            <a:pPr>
              <a:defRPr sz="2200"/>
            </a:pPr>
            <a:r>
              <a:rPr sz="2000" dirty="0"/>
              <a:t>- </a:t>
            </a:r>
            <a:r>
              <a:rPr sz="2000" dirty="0" err="1"/>
              <a:t>css</a:t>
            </a:r>
            <a:r>
              <a:rPr sz="2000" dirty="0"/>
              <a:t>/style.css</a:t>
            </a:r>
          </a:p>
          <a:p>
            <a:pPr>
              <a:defRPr sz="2200"/>
            </a:pPr>
            <a:r>
              <a:rPr sz="2000" dirty="0"/>
              <a:t>- images/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header</a:t>
            </a:r>
          </a:p>
          <a:p>
            <a:pPr>
              <a:defRPr sz="2200"/>
            </a:pPr>
            <a:r>
              <a:t>nav</a:t>
            </a:r>
          </a:p>
          <a:p>
            <a:pPr>
              <a:defRPr sz="2200"/>
            </a:pPr>
            <a:r>
              <a:t>main</a:t>
            </a:r>
          </a:p>
          <a:p>
            <a:pPr>
              <a:defRPr sz="2200"/>
            </a:pPr>
            <a:r>
              <a:t>section</a:t>
            </a:r>
          </a:p>
          <a:p>
            <a:pPr>
              <a:defRPr sz="2200"/>
            </a:pPr>
            <a:r>
              <a:t>article</a:t>
            </a:r>
          </a:p>
          <a:p>
            <a:pPr>
              <a:defRPr sz="2200"/>
            </a:pPr>
            <a:r>
              <a:t>aside</a:t>
            </a:r>
          </a:p>
          <a:p>
            <a:pPr>
              <a:defRPr sz="2200"/>
            </a:pPr>
            <a:r>
              <a:t>footer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66859"/>
          </a:xfrm>
        </p:spPr>
        <p:txBody>
          <a:bodyPr/>
          <a:lstStyle/>
          <a:p>
            <a:pPr>
              <a:defRPr sz="2200"/>
            </a:pPr>
            <a:r>
              <a:t>header -&gt; nav -&gt; main(section/article + aside) -&gt; footer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9906" y="2219742"/>
            <a:ext cx="646410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------------------------------------</a:t>
            </a:r>
          </a:p>
          <a:p>
            <a:r>
              <a:rPr lang="en-IN" dirty="0"/>
              <a:t>Header</a:t>
            </a:r>
          </a:p>
          <a:p>
            <a:r>
              <a:rPr lang="en-IN" dirty="0"/>
              <a:t>------------------------------------</a:t>
            </a:r>
          </a:p>
          <a:p>
            <a:r>
              <a:rPr lang="en-IN" dirty="0"/>
              <a:t>Navigation</a:t>
            </a:r>
          </a:p>
          <a:p>
            <a:r>
              <a:rPr lang="en-IN" dirty="0"/>
              <a:t>------------------------------------</a:t>
            </a:r>
          </a:p>
          <a:p>
            <a:r>
              <a:rPr lang="en-IN" dirty="0"/>
              <a:t>Main</a:t>
            </a:r>
          </a:p>
          <a:p>
            <a:endParaRPr lang="en-IN" dirty="0"/>
          </a:p>
          <a:p>
            <a:r>
              <a:rPr lang="en-IN" dirty="0"/>
              <a:t>    Section</a:t>
            </a:r>
          </a:p>
          <a:p>
            <a:r>
              <a:rPr lang="en-IN" dirty="0"/>
              <a:t>        Article</a:t>
            </a:r>
          </a:p>
          <a:p>
            <a:endParaRPr lang="en-IN" dirty="0"/>
          </a:p>
          <a:p>
            <a:r>
              <a:rPr lang="en-IN" dirty="0"/>
              <a:t>    Aside</a:t>
            </a:r>
          </a:p>
          <a:p>
            <a:endParaRPr lang="en-IN" dirty="0"/>
          </a:p>
          <a:p>
            <a:r>
              <a:rPr lang="en-IN" dirty="0"/>
              <a:t>------------------------------------</a:t>
            </a:r>
          </a:p>
          <a:p>
            <a:r>
              <a:rPr lang="en-IN" dirty="0"/>
              <a:t>Footer</a:t>
            </a:r>
          </a:p>
          <a:p>
            <a:r>
              <a:rPr lang="en-IN" dirty="0"/>
              <a:t>------------------------------------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labels</a:t>
            </a:r>
          </a:p>
          <a:p>
            <a:pPr>
              <a:defRPr sz="2200"/>
            </a:pPr>
            <a:r>
              <a:t>Heading hierarchy</a:t>
            </a:r>
          </a:p>
          <a:p>
            <a:pPr>
              <a:defRPr sz="2200"/>
            </a:pPr>
            <a:r>
              <a:t>alt text</a:t>
            </a:r>
          </a:p>
          <a:p>
            <a:pPr>
              <a:defRPr sz="2200"/>
            </a:pPr>
            <a:r>
              <a:t>lang='en'</a:t>
            </a:r>
          </a:p>
          <a:p>
            <a:pPr>
              <a:defRPr sz="2200"/>
            </a:pPr>
            <a:r>
              <a:t>viewport</a:t>
            </a:r>
          </a:p>
          <a:p>
            <a:pPr>
              <a:defRPr sz="2200"/>
            </a:pPr>
            <a:r>
              <a:t>Keyboard navigation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common template with navigation and semantic tags.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Register/Login: use label for/id, email, password.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Dashboard, Events, Profile, Contact, Admin, FAQ, Feedback.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Breadcrumb navigation</a:t>
            </a:r>
          </a:p>
          <a:p>
            <a:pPr>
              <a:defRPr sz="2200"/>
            </a:pPr>
            <a:r>
              <a:t>Skip to content</a:t>
            </a:r>
          </a:p>
          <a:p>
            <a:pPr>
              <a:defRPr sz="2200"/>
            </a:pPr>
            <a:r>
              <a:t>Keyboard-friendly navigation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Semantic correctness</a:t>
            </a:r>
          </a:p>
          <a:p>
            <a:pPr>
              <a:defRPr sz="2200"/>
            </a:pPr>
            <a:r>
              <a:t>Accessibility</a:t>
            </a:r>
          </a:p>
          <a:p>
            <a:pPr>
              <a:defRPr sz="2200"/>
            </a:pPr>
            <a:r>
              <a:t>Page linking</a:t>
            </a:r>
          </a:p>
          <a:p>
            <a:pPr>
              <a:defRPr sz="2200"/>
            </a:pPr>
            <a:r>
              <a:t>Code readability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152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Practical 2</vt:lpstr>
      <vt:lpstr>Aim</vt:lpstr>
      <vt:lpstr>Folder Structure</vt:lpstr>
      <vt:lpstr>Semantic Tags</vt:lpstr>
      <vt:lpstr>Basic Layout</vt:lpstr>
      <vt:lpstr>Accessibility</vt:lpstr>
      <vt:lpstr>Home Page</vt:lpstr>
      <vt:lpstr>Forms</vt:lpstr>
      <vt:lpstr>Other Pages</vt:lpstr>
      <vt:lpstr>Extensions</vt:lpstr>
      <vt:lpstr>Evaluation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2</dc:title>
  <dc:subject/>
  <dc:creator/>
  <cp:keywords/>
  <dc:description>generated using python-pptx</dc:description>
  <cp:lastModifiedBy>CHARUSAT</cp:lastModifiedBy>
  <cp:revision>2</cp:revision>
  <dcterms:created xsi:type="dcterms:W3CDTF">2013-01-27T09:14:16Z</dcterms:created>
  <dcterms:modified xsi:type="dcterms:W3CDTF">2026-07-13T06:05:43Z</dcterms:modified>
  <cp:category/>
</cp:coreProperties>
</file>