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30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80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32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3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05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279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7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6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4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69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20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79A47-AD92-4DFB-9586-00A098817B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22D99-268A-4F45-A1D6-FCF564FC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49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0377" y="211597"/>
            <a:ext cx="9144000" cy="1655762"/>
          </a:xfrm>
        </p:spPr>
        <p:txBody>
          <a:bodyPr/>
          <a:lstStyle/>
          <a:p>
            <a:r>
              <a:rPr lang="en-US" b="1" dirty="0" smtClean="0"/>
              <a:t>Practical 4 structure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720361" y="168131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Practical-4-DOM</a:t>
            </a:r>
          </a:p>
          <a:p>
            <a:r>
              <a:rPr lang="en-IN" dirty="0" smtClean="0"/>
              <a:t>│</a:t>
            </a:r>
          </a:p>
          <a:p>
            <a:r>
              <a:rPr lang="en-IN" dirty="0" smtClean="0"/>
              <a:t>├── index.html</a:t>
            </a:r>
          </a:p>
          <a:p>
            <a:r>
              <a:rPr lang="en-IN" dirty="0" smtClean="0"/>
              <a:t>├── style.css</a:t>
            </a:r>
          </a:p>
          <a:p>
            <a:r>
              <a:rPr lang="en-IN" dirty="0" smtClean="0"/>
              <a:t>├── script.js</a:t>
            </a:r>
          </a:p>
          <a:p>
            <a:r>
              <a:rPr lang="en-IN" dirty="0" smtClean="0"/>
              <a:t>│</a:t>
            </a:r>
          </a:p>
          <a:p>
            <a:r>
              <a:rPr lang="en-IN" dirty="0" smtClean="0"/>
              <a:t>└── images</a:t>
            </a:r>
          </a:p>
          <a:p>
            <a:r>
              <a:rPr lang="en-IN" dirty="0" smtClean="0"/>
              <a:t>      image1.jpg</a:t>
            </a:r>
          </a:p>
          <a:p>
            <a:r>
              <a:rPr lang="en-IN" dirty="0" smtClean="0"/>
              <a:t>      image2.jpg</a:t>
            </a:r>
          </a:p>
          <a:p>
            <a:r>
              <a:rPr lang="en-IN" dirty="0" smtClean="0"/>
              <a:t>      image3.jpg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64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1</cp:revision>
  <dcterms:created xsi:type="dcterms:W3CDTF">2026-08-03T06:20:13Z</dcterms:created>
  <dcterms:modified xsi:type="dcterms:W3CDTF">2026-08-03T06:33:25Z</dcterms:modified>
</cp:coreProperties>
</file>