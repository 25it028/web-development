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54" d="100"/>
          <a:sy n="54" d="100"/>
        </p:scale>
        <p:origin x="4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CD94-5E88-4032-8DF2-2AB2FC3C224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197D-AAD0-4087-AF5C-2846F56D7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93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CD94-5E88-4032-8DF2-2AB2FC3C224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197D-AAD0-4087-AF5C-2846F56D7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63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CD94-5E88-4032-8DF2-2AB2FC3C224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197D-AAD0-4087-AF5C-2846F56D7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296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CD94-5E88-4032-8DF2-2AB2FC3C224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197D-AAD0-4087-AF5C-2846F56D7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7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CD94-5E88-4032-8DF2-2AB2FC3C224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197D-AAD0-4087-AF5C-2846F56D7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742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CD94-5E88-4032-8DF2-2AB2FC3C224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197D-AAD0-4087-AF5C-2846F56D7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26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CD94-5E88-4032-8DF2-2AB2FC3C224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197D-AAD0-4087-AF5C-2846F56D7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66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CD94-5E88-4032-8DF2-2AB2FC3C224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197D-AAD0-4087-AF5C-2846F56D7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603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CD94-5E88-4032-8DF2-2AB2FC3C224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197D-AAD0-4087-AF5C-2846F56D7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81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CD94-5E88-4032-8DF2-2AB2FC3C224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197D-AAD0-4087-AF5C-2846F56D7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3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CCD94-5E88-4032-8DF2-2AB2FC3C224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197D-AAD0-4087-AF5C-2846F56D7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00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CCD94-5E88-4032-8DF2-2AB2FC3C224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3197D-AAD0-4087-AF5C-2846F56D7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2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599111"/>
              </p:ext>
            </p:extLst>
          </p:nvPr>
        </p:nvGraphicFramePr>
        <p:xfrm>
          <a:off x="282103" y="395659"/>
          <a:ext cx="11293812" cy="6299137"/>
        </p:xfrm>
        <a:graphic>
          <a:graphicData uri="http://schemas.openxmlformats.org/drawingml/2006/table">
            <a:tbl>
              <a:tblPr/>
              <a:tblGrid>
                <a:gridCol w="3764604">
                  <a:extLst>
                    <a:ext uri="{9D8B030D-6E8A-4147-A177-3AD203B41FA5}">
                      <a16:colId xmlns:a16="http://schemas.microsoft.com/office/drawing/2014/main" val="3104140575"/>
                    </a:ext>
                  </a:extLst>
                </a:gridCol>
                <a:gridCol w="3764604">
                  <a:extLst>
                    <a:ext uri="{9D8B030D-6E8A-4147-A177-3AD203B41FA5}">
                      <a16:colId xmlns:a16="http://schemas.microsoft.com/office/drawing/2014/main" val="1348158688"/>
                    </a:ext>
                  </a:extLst>
                </a:gridCol>
                <a:gridCol w="3764604">
                  <a:extLst>
                    <a:ext uri="{9D8B030D-6E8A-4147-A177-3AD203B41FA5}">
                      <a16:colId xmlns:a16="http://schemas.microsoft.com/office/drawing/2014/main" val="397395072"/>
                    </a:ext>
                  </a:extLst>
                </a:gridCol>
              </a:tblGrid>
              <a:tr h="185871">
                <a:tc>
                  <a:txBody>
                    <a:bodyPr/>
                    <a:lstStyle/>
                    <a:p>
                      <a:r>
                        <a:rPr lang="en-IN" sz="1200" b="1" dirty="0"/>
                        <a:t>Line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Code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Explanation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99971"/>
                  </a:ext>
                </a:extLst>
              </a:tr>
              <a:tr h="1161700"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export </a:t>
                      </a:r>
                      <a:r>
                        <a:rPr lang="en-IN" sz="1200" dirty="0" err="1"/>
                        <a:t>async</a:t>
                      </a:r>
                      <a:r>
                        <a:rPr lang="en-IN" sz="1200" dirty="0"/>
                        <a:t> function </a:t>
                      </a:r>
                      <a:r>
                        <a:rPr lang="en-IN" sz="1200" dirty="0" err="1"/>
                        <a:t>fetchJSON</a:t>
                      </a:r>
                      <a:r>
                        <a:rPr lang="en-IN" sz="1200" dirty="0"/>
                        <a:t>(</a:t>
                      </a:r>
                      <a:r>
                        <a:rPr lang="en-IN" sz="1200" dirty="0" err="1"/>
                        <a:t>url</a:t>
                      </a:r>
                      <a:r>
                        <a:rPr lang="en-IN" sz="1200" dirty="0"/>
                        <a:t>) {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export</a:t>
                      </a:r>
                      <a:r>
                        <a:rPr lang="en-US" sz="1200"/>
                        <a:t> makes this function available to other JavaScript files. </a:t>
                      </a:r>
                      <a:r>
                        <a:rPr lang="en-US" sz="1200" b="1"/>
                        <a:t>async</a:t>
                      </a:r>
                      <a:r>
                        <a:rPr lang="en-US" sz="1200"/>
                        <a:t> means the function performs an asynchronous operation and returns a Promise. </a:t>
                      </a:r>
                      <a:r>
                        <a:rPr lang="en-US" sz="1200" b="1"/>
                        <a:t>function fetchJSON(url)</a:t>
                      </a:r>
                      <a:r>
                        <a:rPr lang="en-US" sz="1200"/>
                        <a:t> defines a function named fetchJSON that accepts a URL as a parameter.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242909"/>
                  </a:ext>
                </a:extLst>
              </a:tr>
              <a:tr h="743487"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const response = await fetch(url);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fetch(url)</a:t>
                      </a:r>
                      <a:r>
                        <a:rPr lang="en-US" sz="1200"/>
                        <a:t> sends an HTTP request to the given URL. </a:t>
                      </a:r>
                      <a:r>
                        <a:rPr lang="en-US" sz="1200" b="1"/>
                        <a:t>await</a:t>
                      </a:r>
                      <a:r>
                        <a:rPr lang="en-US" sz="1200"/>
                        <a:t> pauses execution until the server sends a response. The response is stored in the constant variable </a:t>
                      </a:r>
                      <a:r>
                        <a:rPr lang="en-US" sz="1200" b="1"/>
                        <a:t>response</a:t>
                      </a:r>
                      <a:r>
                        <a:rPr lang="en-US" sz="1200"/>
                        <a:t>.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284932"/>
                  </a:ext>
                </a:extLst>
              </a:tr>
              <a:tr h="882892"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if (!</a:t>
                      </a:r>
                      <a:r>
                        <a:rPr lang="en-IN" sz="1200" dirty="0" err="1"/>
                        <a:t>response.ok</a:t>
                      </a:r>
                      <a:r>
                        <a:rPr lang="en-IN" sz="1200" dirty="0"/>
                        <a:t>) {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Checks whether the HTTP request was successful. response.ok is true for successful HTTP status codes such as </a:t>
                      </a:r>
                      <a:r>
                        <a:rPr lang="en-US" sz="1200" b="1"/>
                        <a:t>200–299</a:t>
                      </a:r>
                      <a:r>
                        <a:rPr lang="en-US" sz="1200"/>
                        <a:t>. The ! means "not", so this condition runs when the response is </a:t>
                      </a:r>
                      <a:r>
                        <a:rPr lang="en-US" sz="1200" b="1"/>
                        <a:t>not successful</a:t>
                      </a:r>
                      <a:r>
                        <a:rPr lang="en-US" sz="1200"/>
                        <a:t>.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568227"/>
                  </a:ext>
                </a:extLst>
              </a:tr>
              <a:tr h="743487"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throw new Error(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Creates and throws an error when the HTTP request fails. throw immediately stops the function and sends the error to the code that called the function.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114645"/>
                  </a:ext>
                </a:extLst>
              </a:tr>
              <a:tr h="1022295"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`HTTP Error: ${response.status}`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Creates an error message containing the HTTP status code. For example, if the server returns </a:t>
                      </a:r>
                      <a:r>
                        <a:rPr lang="en-US" sz="1200" b="1"/>
                        <a:t>404</a:t>
                      </a:r>
                      <a:r>
                        <a:rPr lang="en-US" sz="1200"/>
                        <a:t>, the message becomes HTTP Error: 404. ${response.status} is JavaScript template-literal syntax used to insert a value into a string.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508795"/>
                  </a:ext>
                </a:extLst>
              </a:tr>
              <a:tr h="185871"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);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Closes the new Error() statement.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934745"/>
                  </a:ext>
                </a:extLst>
              </a:tr>
              <a:tr h="185871">
                <a:tc>
                  <a:txBody>
                    <a:bodyPr/>
                    <a:lstStyle/>
                    <a:p>
                      <a:r>
                        <a:rPr lang="en-IN" sz="1200"/>
                        <a:t>7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}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Closes the if block.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304292"/>
                  </a:ext>
                </a:extLst>
              </a:tr>
              <a:tr h="882892">
                <a:tc>
                  <a:txBody>
                    <a:bodyPr/>
                    <a:lstStyle/>
                    <a:p>
                      <a:r>
                        <a:rPr lang="en-IN" sz="1200"/>
                        <a:t>8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return await response.json();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Converts the response body from JSON text into a JavaScript object/array. await waits for the JSON conversion to finish, and return sends the resulting data back to the calling code.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65612"/>
                  </a:ext>
                </a:extLst>
              </a:tr>
              <a:tr h="185871">
                <a:tc>
                  <a:txBody>
                    <a:bodyPr/>
                    <a:lstStyle/>
                    <a:p>
                      <a:r>
                        <a:rPr lang="en-IN" sz="1200"/>
                        <a:t>9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}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Closes the </a:t>
                      </a:r>
                      <a:r>
                        <a:rPr lang="en-IN" sz="1200" dirty="0" err="1"/>
                        <a:t>fetchJSON</a:t>
                      </a:r>
                      <a:r>
                        <a:rPr lang="en-IN" sz="1200" dirty="0"/>
                        <a:t>() function.</a:t>
                      </a:r>
                    </a:p>
                  </a:txBody>
                  <a:tcPr marL="32717" marR="32717" marT="16358" marB="163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7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2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0985" y="527264"/>
            <a:ext cx="328246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Receive URL</a:t>
            </a:r>
          </a:p>
          <a:p>
            <a:r>
              <a:rPr lang="en-IN" dirty="0" smtClean="0"/>
              <a:t>    ↓</a:t>
            </a:r>
          </a:p>
          <a:p>
            <a:r>
              <a:rPr lang="en-IN" dirty="0" smtClean="0"/>
              <a:t>Send request using fetch()</a:t>
            </a:r>
          </a:p>
          <a:p>
            <a:r>
              <a:rPr lang="en-IN" dirty="0" smtClean="0"/>
              <a:t>    ↓</a:t>
            </a:r>
          </a:p>
          <a:p>
            <a:r>
              <a:rPr lang="en-IN" dirty="0" smtClean="0"/>
              <a:t>Wait for server response</a:t>
            </a:r>
          </a:p>
          <a:p>
            <a:r>
              <a:rPr lang="en-IN" dirty="0" smtClean="0"/>
              <a:t>    ↓</a:t>
            </a:r>
          </a:p>
          <a:p>
            <a:r>
              <a:rPr lang="en-IN" dirty="0" smtClean="0"/>
              <a:t>Was the response successful?</a:t>
            </a:r>
          </a:p>
          <a:p>
            <a:r>
              <a:rPr lang="en-IN" dirty="0" smtClean="0"/>
              <a:t>    ↓</a:t>
            </a:r>
          </a:p>
          <a:p>
            <a:r>
              <a:rPr lang="en-IN" dirty="0" smtClean="0"/>
              <a:t>  Yes ───────────── No</a:t>
            </a:r>
          </a:p>
          <a:p>
            <a:r>
              <a:rPr lang="en-IN" dirty="0" smtClean="0"/>
              <a:t>   ↓                 ↓</a:t>
            </a:r>
          </a:p>
          <a:p>
            <a:r>
              <a:rPr lang="en-IN" dirty="0" smtClean="0"/>
              <a:t>Convert JSON      Throw error</a:t>
            </a:r>
          </a:p>
          <a:p>
            <a:r>
              <a:rPr lang="en-IN" dirty="0" smtClean="0"/>
              <a:t>   ↓</a:t>
            </a:r>
          </a:p>
          <a:p>
            <a:r>
              <a:rPr lang="en-IN" dirty="0" smtClean="0"/>
              <a:t>Return data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694484" y="1318736"/>
            <a:ext cx="370449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 smtClean="0"/>
              <a:t>const</a:t>
            </a:r>
            <a:r>
              <a:rPr lang="en-IN" dirty="0" smtClean="0"/>
              <a:t> data = await </a:t>
            </a:r>
            <a:r>
              <a:rPr lang="en-IN" dirty="0" err="1" smtClean="0"/>
              <a:t>fetchJSON</a:t>
            </a:r>
            <a:r>
              <a:rPr lang="en-IN" dirty="0" smtClean="0"/>
              <a:t>(</a:t>
            </a:r>
          </a:p>
          <a:p>
            <a:r>
              <a:rPr lang="en-IN" dirty="0" smtClean="0"/>
              <a:t>    "https://example.com/</a:t>
            </a:r>
            <a:r>
              <a:rPr lang="en-IN" dirty="0" err="1" smtClean="0"/>
              <a:t>users.json</a:t>
            </a:r>
            <a:r>
              <a:rPr lang="en-IN" dirty="0" smtClean="0"/>
              <a:t>"</a:t>
            </a:r>
          </a:p>
          <a:p>
            <a:r>
              <a:rPr lang="en-IN" dirty="0" smtClean="0"/>
              <a:t>);</a:t>
            </a:r>
          </a:p>
          <a:p>
            <a:endParaRPr lang="en-IN" dirty="0" smtClean="0"/>
          </a:p>
          <a:p>
            <a:r>
              <a:rPr lang="en-IN" dirty="0" smtClean="0"/>
              <a:t>console.log(data);</a:t>
            </a:r>
            <a:endParaRPr lang="en-IN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275384" y="2927922"/>
            <a:ext cx="579645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function performs: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a request to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users.json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Waits for the server response.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Checks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response.ok</a:t>
            </a:r>
            <a:r>
              <a:rPr kumimoji="0" lang="en-US" alt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server returns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404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it throws: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dirty="0" smtClean="0"/>
              <a:t>If successful, it converts the JSON into a JavaScript object.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The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object is stored in data.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1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379</Words>
  <Application>Microsoft Office PowerPoint</Application>
  <PresentationFormat>Widescreen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CHARUSAT</dc:creator>
  <cp:lastModifiedBy>CHARUSAT</cp:lastModifiedBy>
  <cp:revision>3</cp:revision>
  <dcterms:created xsi:type="dcterms:W3CDTF">2026-09-21T04:50:01Z</dcterms:created>
  <dcterms:modified xsi:type="dcterms:W3CDTF">2026-09-21T07:43:02Z</dcterms:modified>
</cp:coreProperties>
</file>