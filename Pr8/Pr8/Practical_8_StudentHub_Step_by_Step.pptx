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38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Practical 8: </a:t>
            </a:r>
            <a:r>
              <a:rPr dirty="0" err="1"/>
              <a:t>StudentHub</a:t>
            </a:r>
            <a:r>
              <a:rPr dirty="0"/>
              <a:t>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60566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MySQL Schema Design, ER Model, PDO Connectivity &amp; Prepared Statements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Tools: XAMPP • </a:t>
            </a:r>
            <a:r>
              <a:rPr dirty="0" err="1"/>
              <a:t>phpMyAdmin</a:t>
            </a:r>
            <a:r>
              <a:rPr dirty="0"/>
              <a:t> • MySQL • PHP • VS Code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Goal: Build a secure database-backed </a:t>
            </a:r>
            <a:r>
              <a:rPr dirty="0" err="1"/>
              <a:t>StudentHub</a:t>
            </a:r>
            <a:r>
              <a:rPr dirty="0"/>
              <a:t>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Design a normalized relational database</a:t>
            </a:r>
          </a:p>
          <a:p>
            <a:pPr>
              <a:spcAft>
                <a:spcPts val="1000"/>
              </a:spcAft>
              <a:defRPr sz="1900"/>
            </a:pPr>
            <a:r>
              <a:t>Create primary keys and foreign keys</a:t>
            </a:r>
          </a:p>
          <a:p>
            <a:pPr>
              <a:spcAft>
                <a:spcPts val="1000"/>
              </a:spcAft>
              <a:defRPr sz="1900"/>
            </a:pPr>
            <a:r>
              <a:t>Understand the Student–Event relationship</a:t>
            </a:r>
          </a:p>
          <a:p>
            <a:pPr>
              <a:spcAft>
                <a:spcPts val="1000"/>
              </a:spcAft>
              <a:defRPr sz="1900"/>
            </a:pPr>
            <a:r>
              <a:t>Connect PHP with MySQL using PDO</a:t>
            </a:r>
          </a:p>
          <a:p>
            <a:pPr>
              <a:spcAft>
                <a:spcPts val="1000"/>
              </a:spcAft>
              <a:defRPr sz="1900"/>
            </a:pPr>
            <a:r>
              <a:t>Use prepared statements securely</a:t>
            </a:r>
          </a:p>
          <a:p>
            <a:pPr>
              <a:spcAft>
                <a:spcPts val="1000"/>
              </a:spcAft>
              <a:defRPr sz="1900"/>
            </a:pPr>
            <a:r>
              <a:t>Test database operations using 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1. Start XAMPP</a:t>
            </a:r>
          </a:p>
          <a:p>
            <a:pPr>
              <a:spcAft>
                <a:spcPts val="1000"/>
              </a:spcAft>
              <a:defRPr sz="1700"/>
            </a:pPr>
            <a:r>
              <a:t>2. Create studenthub database</a:t>
            </a:r>
          </a:p>
          <a:p>
            <a:pPr>
              <a:spcAft>
                <a:spcPts val="1000"/>
              </a:spcAft>
              <a:defRPr sz="1700"/>
            </a:pPr>
            <a:r>
              <a:t>3. Create students, events and registrations tables</a:t>
            </a:r>
          </a:p>
          <a:p>
            <a:pPr>
              <a:spcAft>
                <a:spcPts val="1000"/>
              </a:spcAft>
              <a:defRPr sz="1700"/>
            </a:pPr>
            <a:r>
              <a:t>4. Insert seed/test data</a:t>
            </a:r>
          </a:p>
          <a:p>
            <a:pPr>
              <a:spcAft>
                <a:spcPts val="1000"/>
              </a:spcAft>
              <a:defRPr sz="1700"/>
            </a:pPr>
            <a:r>
              <a:t>5. Test SQL queries and JOIN</a:t>
            </a:r>
          </a:p>
          <a:p>
            <a:pPr>
              <a:spcAft>
                <a:spcPts val="1000"/>
              </a:spcAft>
              <a:defRPr sz="1700"/>
            </a:pPr>
            <a:r>
              <a:t>6. Create PHP project in htdocs</a:t>
            </a:r>
          </a:p>
          <a:p>
            <a:pPr>
              <a:spcAft>
                <a:spcPts val="1000"/>
              </a:spcAft>
              <a:defRPr sz="1700"/>
            </a:pPr>
            <a:r>
              <a:t>7. Create PDO connection</a:t>
            </a:r>
          </a:p>
          <a:p>
            <a:pPr>
              <a:spcAft>
                <a:spcPts val="1000"/>
              </a:spcAft>
              <a:defRPr sz="1700"/>
            </a:pPr>
            <a:r>
              <a:t>8. Test connection</a:t>
            </a:r>
          </a:p>
          <a:p>
            <a:pPr>
              <a:spcAft>
                <a:spcPts val="1000"/>
              </a:spcAft>
              <a:defRPr sz="1700"/>
            </a:pPr>
            <a:r>
              <a:t>9. Insert registration using prepared statement</a:t>
            </a:r>
          </a:p>
          <a:p>
            <a:pPr>
              <a:spcAft>
                <a:spcPts val="1000"/>
              </a:spcAft>
              <a:defRPr sz="1700"/>
            </a:pPr>
            <a:r>
              <a:t>10. Display registration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 — Start XAMPP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Open XAMPP Control Panel</a:t>
            </a:r>
          </a:p>
          <a:p>
            <a:pPr>
              <a:spcAft>
                <a:spcPts val="1000"/>
              </a:spcAft>
              <a:defRPr sz="1900"/>
            </a:pPr>
            <a:r>
              <a:t>Start Apache</a:t>
            </a:r>
          </a:p>
          <a:p>
            <a:pPr>
              <a:spcAft>
                <a:spcPts val="1000"/>
              </a:spcAft>
              <a:defRPr sz="1900"/>
            </a:pPr>
            <a:r>
              <a:t>Start MySQL</a:t>
            </a:r>
          </a:p>
          <a:p>
            <a:pPr>
              <a:spcAft>
                <a:spcPts val="1000"/>
              </a:spcAft>
              <a:defRPr sz="1900"/>
            </a:pPr>
            <a:r>
              <a:t>Both services should show Running</a:t>
            </a:r>
          </a:p>
          <a:p>
            <a:pPr>
              <a:spcAft>
                <a:spcPts val="1000"/>
              </a:spcAft>
              <a:defRPr sz="1900"/>
            </a:pPr>
            <a:r>
              <a:t>Why? Apache runs PHP; MySQL runs the database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Step 2 — Open </a:t>
            </a:r>
            <a:r>
              <a:rPr dirty="0" err="1"/>
              <a:t>phpMyAdmin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Open browser → http://localhost/phpmyadmin</a:t>
            </a:r>
          </a:p>
          <a:p>
            <a:pPr>
              <a:spcAft>
                <a:spcPts val="1000"/>
              </a:spcAft>
              <a:defRPr sz="1900"/>
            </a:pPr>
            <a:r>
              <a:t>phpMyAdmin provides a graphical interface for MySQL</a:t>
            </a:r>
          </a:p>
          <a:p>
            <a:pPr>
              <a:spcAft>
                <a:spcPts val="1000"/>
              </a:spcAft>
              <a:defRPr sz="1900"/>
            </a:pPr>
            <a:r>
              <a:t>Use the SQL tab to execute SQL commands</a:t>
            </a:r>
          </a:p>
          <a:p>
            <a:pPr>
              <a:spcAft>
                <a:spcPts val="1000"/>
              </a:spcAft>
              <a:defRPr sz="1900"/>
            </a:pPr>
            <a:r>
              <a:t>We will create and test the StudentHub database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Step 3 — Create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SQL command: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CREATE DATABASE studenthub;</a:t>
            </a:r>
          </a:p>
          <a:p>
            <a:pPr>
              <a:spcAft>
                <a:spcPts val="1000"/>
              </a:spcAft>
              <a:defRPr sz="1900"/>
            </a:pPr>
            <a:r>
              <a:t>Select the studenthub database</a:t>
            </a:r>
          </a:p>
          <a:p>
            <a:pPr>
              <a:spcAft>
                <a:spcPts val="1000"/>
              </a:spcAft>
              <a:defRPr sz="1900"/>
            </a:pPr>
            <a:r>
              <a:t>All three application tables will be created inside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4 — Design the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Students: student_id, name, email, department, semester</a:t>
            </a:r>
          </a:p>
          <a:p>
            <a:pPr>
              <a:spcAft>
                <a:spcPts val="1000"/>
              </a:spcAft>
              <a:defRPr sz="1900"/>
            </a:pPr>
            <a:r>
              <a:t>Events: event_id, event_name, event_date, venue</a:t>
            </a:r>
          </a:p>
          <a:p>
            <a:pPr>
              <a:spcAft>
                <a:spcPts val="1000"/>
              </a:spcAft>
              <a:defRPr sz="1900"/>
            </a:pPr>
            <a:r>
              <a:t>Registrations: registration_id, student_id, event_id, registration_date</a:t>
            </a:r>
          </a:p>
          <a:p>
            <a:pPr>
              <a:spcAft>
                <a:spcPts val="1000"/>
              </a:spcAft>
              <a:defRPr sz="1900"/>
            </a:pPr>
            <a:r>
              <a:t>Each table represents one logical 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5 — Understand the ER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Students 1 ─── N Registrations N ─── 1 Events</a:t>
            </a:r>
          </a:p>
          <a:p>
            <a:pPr>
              <a:spcAft>
                <a:spcPts val="1000"/>
              </a:spcAft>
              <a:defRPr sz="1900"/>
            </a:pPr>
            <a:r>
              <a:t>A student can register for many events</a:t>
            </a:r>
          </a:p>
          <a:p>
            <a:pPr>
              <a:spcAft>
                <a:spcPts val="1000"/>
              </a:spcAft>
              <a:defRPr sz="1900"/>
            </a:pPr>
            <a:r>
              <a:t>An event can have many students</a:t>
            </a:r>
          </a:p>
          <a:p>
            <a:pPr>
              <a:spcAft>
                <a:spcPts val="1000"/>
              </a:spcAft>
              <a:defRPr sz="1900"/>
            </a:pPr>
            <a:r>
              <a:t>Registrations resolves the many-to-many relationship</a:t>
            </a:r>
          </a:p>
          <a:p>
            <a:pPr>
              <a:spcAft>
                <a:spcPts val="1000"/>
              </a:spcAft>
              <a:defRPr sz="1900"/>
            </a:pPr>
            <a:r>
              <a:t>student_id and event_id in registrations are foreign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Step 6 — Create Students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CREATE TABLE students (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student_id INT AUTO_INCREMENT PRIMARY KEY,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name VARCHAR(100) NOT NULL,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email VARCHAR(100) NOT NULL UNIQUE,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department VARCHAR(50) NOT NULL,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semester INT NOT NULL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);</a:t>
            </a:r>
          </a:p>
          <a:p>
            <a:pPr>
              <a:spcAft>
                <a:spcPts val="1000"/>
              </a:spcAft>
              <a:defRPr sz="1700"/>
            </a:pPr>
            <a:r>
              <a:t>Key concepts: PRIMARY KEY • AUTO_INCREMENT • NOT NULL • UNIQUE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7 — Create Events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CREATE TABLE events (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event_id INT AUTO_INCREMENT PRIMARY KEY,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event_name VARCHAR(150) NOT NULL,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event_date DATE NOT NULL,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venue VARCHAR(150) NOT NULL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);</a:t>
            </a:r>
          </a:p>
          <a:p>
            <a:pPr>
              <a:spcAft>
                <a:spcPts val="1000"/>
              </a:spcAft>
              <a:defRPr sz="1700"/>
            </a:pPr>
            <a:r>
              <a:t>event_id uniquely identifies each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8 — Create Registrations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CREATE TABLE registrations (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registration_id INT AUTO_INCREMENT PRIMARY KEY,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student_id INT NOT NULL,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event_id INT NOT NULL,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registration_date TIMESTAMP DEFAULT CURRENT_TIMESTAMP,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FOREIGN KEY (student_id) REFERENCES students(student_id),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FOREIGN KEY (event_id) REFERENCES events(event_id),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UNIQUE (student_id, event_id)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9 — Understand Foreign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student_id → students.student_id</a:t>
            </a:r>
          </a:p>
          <a:p>
            <a:pPr>
              <a:spcAft>
                <a:spcPts val="1000"/>
              </a:spcAft>
              <a:defRPr sz="1900"/>
            </a:pPr>
            <a:r>
              <a:t>event_id → events.event_id</a:t>
            </a:r>
          </a:p>
          <a:p>
            <a:pPr>
              <a:spcAft>
                <a:spcPts val="1000"/>
              </a:spcAft>
              <a:defRPr sz="1900"/>
            </a:pPr>
            <a:r>
              <a:t>Foreign keys enforce referential integrity</a:t>
            </a:r>
          </a:p>
          <a:p>
            <a:pPr>
              <a:spcAft>
                <a:spcPts val="1000"/>
              </a:spcAft>
              <a:defRPr sz="1900"/>
            </a:pPr>
            <a:r>
              <a:t>A registration cannot reference a non-existing student/event</a:t>
            </a:r>
          </a:p>
          <a:p>
            <a:pPr>
              <a:spcAft>
                <a:spcPts val="1000"/>
              </a:spcAft>
              <a:defRPr sz="1900"/>
            </a:pPr>
            <a:r>
              <a:t>UNIQUE(student_id, event_id) prevents duplicate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10 — Insert Seed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Insert sample students using INSERT INTO students</a:t>
            </a:r>
          </a:p>
          <a:p>
            <a:pPr>
              <a:spcAft>
                <a:spcPts val="1000"/>
              </a:spcAft>
              <a:defRPr sz="1900"/>
            </a:pPr>
            <a:r>
              <a:t>Insert sample events using INSERT INTO events</a:t>
            </a:r>
          </a:p>
          <a:p>
            <a:pPr>
              <a:spcAft>
                <a:spcPts val="1000"/>
              </a:spcAft>
              <a:defRPr sz="1900"/>
            </a:pPr>
            <a:r>
              <a:t>Insert registrations using INSERT INTO registrations</a:t>
            </a:r>
          </a:p>
          <a:p>
            <a:pPr>
              <a:spcAft>
                <a:spcPts val="1000"/>
              </a:spcAft>
              <a:defRPr sz="1900"/>
            </a:pPr>
            <a:r>
              <a:t>Use realistic test records so JOIN queries can be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11 — Test the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SELECT * FROM students;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SELECT * FROM events;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SELECT * FROM registrations;</a:t>
            </a:r>
          </a:p>
          <a:p>
            <a:pPr>
              <a:spcAft>
                <a:spcPts val="1000"/>
              </a:spcAft>
              <a:defRPr sz="1900"/>
            </a:pPr>
            <a:r>
              <a:t>Verify that records were inserted correctly</a:t>
            </a:r>
          </a:p>
          <a:p>
            <a:pPr>
              <a:spcAft>
                <a:spcPts val="1000"/>
              </a:spcAft>
              <a:defRPr sz="1900"/>
            </a:pPr>
            <a:r>
              <a:t>If a query fails, check table names, columns and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12 — Test with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SELECT s.name, e.event_name, e.event_date</a:t>
            </a:r>
          </a:p>
          <a:p>
            <a:pPr>
              <a:spcAft>
                <a:spcPts val="1000"/>
              </a:spcAft>
              <a:defRPr sz="1900"/>
            </a:pPr>
            <a:r>
              <a:t>FROM registrations r</a:t>
            </a:r>
          </a:p>
          <a:p>
            <a:pPr>
              <a:spcAft>
                <a:spcPts val="1000"/>
              </a:spcAft>
              <a:defRPr sz="1900"/>
            </a:pPr>
            <a:r>
              <a:t>INNER JOIN students s ON r.student_id = s.student_id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INNER JOIN events e ON r.event_id = e.event_id;</a:t>
            </a:r>
          </a:p>
          <a:p>
            <a:pPr>
              <a:spcAft>
                <a:spcPts val="1000"/>
              </a:spcAft>
              <a:defRPr sz="1900"/>
            </a:pPr>
            <a:r>
              <a:t>Purpose: combine related information from three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13 — Create PHP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Go to: C:\xampp\htdocs</a:t>
            </a:r>
          </a:p>
          <a:p>
            <a:pPr>
              <a:spcAft>
                <a:spcPts val="1000"/>
              </a:spcAft>
              <a:defRPr sz="1900"/>
            </a:pPr>
            <a:r>
              <a:t>Create folder: StudentHub</a:t>
            </a:r>
          </a:p>
          <a:p>
            <a:pPr>
              <a:spcAft>
                <a:spcPts val="1000"/>
              </a:spcAft>
              <a:defRPr sz="1900"/>
            </a:pPr>
            <a:r>
              <a:t>Open the folder in VS Code</a:t>
            </a:r>
          </a:p>
          <a:p>
            <a:pPr>
              <a:spcAft>
                <a:spcPts val="1000"/>
              </a:spcAft>
              <a:defRPr sz="1900"/>
            </a:pPr>
            <a:r>
              <a:t>Create:</a:t>
            </a:r>
          </a:p>
          <a:p>
            <a:pPr>
              <a:spcAft>
                <a:spcPts val="1000"/>
              </a:spcAft>
              <a:defRPr sz="1900"/>
            </a:pPr>
            <a:r>
              <a:t>db.php • test_connection.php • register.php • view_registrations.php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14 — Create db.php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$host = 'localhost';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$dbname = 'studenthub';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$username = 'root';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$password = '';</a:t>
            </a:r>
          </a:p>
          <a:p>
            <a:pPr>
              <a:spcAft>
                <a:spcPts val="1000"/>
              </a:spcAft>
              <a:defRPr sz="1900"/>
            </a:pPr>
            <a:r>
              <a:t>Create a PDO object using the MySQL DSN</a:t>
            </a:r>
          </a:p>
          <a:p>
            <a:pPr>
              <a:spcAft>
                <a:spcPts val="1000"/>
              </a:spcAft>
              <a:defRPr sz="1900"/>
            </a:pPr>
            <a:r>
              <a:t>Set ERRMODE_EXCEPTION for database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15 — PDO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$pdo = new PDO(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"mysql:host=$host;dbname=$dbname;charset=utf8mb4",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$username, $password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);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$pdo-&gt;setAttribute(PDO::ATTR_ERRMODE, PDO::ERRMODE_EXCEPTION);</a:t>
            </a:r>
          </a:p>
          <a:p>
            <a:pPr>
              <a:spcAft>
                <a:spcPts val="1000"/>
              </a:spcAft>
              <a:defRPr sz="1900"/>
            </a:pPr>
            <a:r>
              <a:t>PDO = PHP Data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16 — Test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Create test_connection.php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require_once 'db.php';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echo 'Database connected successfully!';</a:t>
            </a:r>
          </a:p>
          <a:p>
            <a:pPr>
              <a:spcAft>
                <a:spcPts val="1000"/>
              </a:spcAft>
              <a:defRPr sz="1900"/>
            </a:pPr>
            <a:r>
              <a:t>Open: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http://localhost/StudentHub/test_connection.php</a:t>
            </a:r>
          </a:p>
          <a:p>
            <a:pPr>
              <a:spcAft>
                <a:spcPts val="1000"/>
              </a:spcAft>
              <a:defRPr sz="1900"/>
            </a:pPr>
            <a:r>
              <a:t>Take a screenshot for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17 — Prepared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Avoid building SQL by directly concatenating user input</a:t>
            </a:r>
          </a:p>
          <a:p>
            <a:pPr>
              <a:spcAft>
                <a:spcPts val="1000"/>
              </a:spcAft>
              <a:defRPr sz="1900"/>
            </a:pPr>
            <a:r>
              <a:t>Use placeholders such as :student_id and :event_id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$stmt = $pdo-&gt;prepare($sql);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$stmt-&gt;execute([...]);</a:t>
            </a:r>
          </a:p>
          <a:p>
            <a:pPr>
              <a:spcAft>
                <a:spcPts val="1000"/>
              </a:spcAft>
              <a:defRPr sz="1900"/>
            </a:pPr>
            <a:r>
              <a:t>Prepared statements help protect against 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18 — Registration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Create register.php</a:t>
            </a:r>
          </a:p>
          <a:p>
            <a:pPr>
              <a:spcAft>
                <a:spcPts val="1000"/>
              </a:spcAft>
              <a:defRPr sz="1900"/>
            </a:pPr>
            <a:r>
              <a:t>Use an HTML form with POST</a:t>
            </a:r>
          </a:p>
          <a:p>
            <a:pPr>
              <a:spcAft>
                <a:spcPts val="1000"/>
              </a:spcAft>
              <a:defRPr sz="1900"/>
            </a:pPr>
            <a:r>
              <a:t>Collect student_id and event_id</a:t>
            </a:r>
          </a:p>
          <a:p>
            <a:pPr>
              <a:spcAft>
                <a:spcPts val="1000"/>
              </a:spcAft>
              <a:defRPr sz="1900"/>
            </a:pPr>
            <a:r>
              <a:t>Prepare INSERT query</a:t>
            </a:r>
          </a:p>
          <a:p>
            <a:pPr>
              <a:spcAft>
                <a:spcPts val="1000"/>
              </a:spcAft>
              <a:defRPr sz="1900"/>
            </a:pPr>
            <a:r>
              <a:t>Bind values through execute()</a:t>
            </a:r>
          </a:p>
          <a:p>
            <a:pPr>
              <a:spcAft>
                <a:spcPts val="1000"/>
              </a:spcAft>
              <a:defRPr sz="1900"/>
            </a:pPr>
            <a:r>
              <a:t>Display success/error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19 — Registration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$sql = "INSERT INTO registrations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      (student_id, event_id)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      VALUES (:student_id, :event_id)";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$stmt = $pdo-&gt;prepare($sql);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$stmt-&gt;execute([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':student_id' =&gt; $student_id,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  ':event_id' =&gt; $event_id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]);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20 — Display Registrations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Create view_registrations.php</a:t>
            </a:r>
          </a:p>
          <a:p>
            <a:pPr>
              <a:spcAft>
                <a:spcPts val="1000"/>
              </a:spcAft>
              <a:defRPr sz="1900"/>
            </a:pPr>
            <a:r>
              <a:t>Use JOIN between registrations, students and events</a:t>
            </a:r>
          </a:p>
          <a:p>
            <a:pPr>
              <a:spcAft>
                <a:spcPts val="1000"/>
              </a:spcAft>
              <a:defRPr sz="1900"/>
            </a:pPr>
            <a:r>
              <a:t>Fetch results using $stmt-&gt;fetchAll()</a:t>
            </a:r>
          </a:p>
          <a:p>
            <a:pPr>
              <a:spcAft>
                <a:spcPts val="1000"/>
              </a:spcAft>
              <a:defRPr sz="1900"/>
            </a:pPr>
            <a:r>
              <a:t>Loop through records with foreach</a:t>
            </a:r>
          </a:p>
          <a:p>
            <a:pPr>
              <a:spcAft>
                <a:spcPts val="1000"/>
              </a:spcAft>
              <a:defRPr sz="1900"/>
            </a:pPr>
            <a:r>
              <a:t>Use htmlspecialchars() when displaying values in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21 — Test Complete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Open register.php</a:t>
            </a:r>
          </a:p>
          <a:p>
            <a:pPr>
              <a:spcAft>
                <a:spcPts val="1000"/>
              </a:spcAft>
              <a:defRPr sz="1900"/>
            </a:pPr>
            <a:r>
              <a:t>Enter a valid student ID and event ID</a:t>
            </a:r>
          </a:p>
          <a:p>
            <a:pPr>
              <a:spcAft>
                <a:spcPts val="1000"/>
              </a:spcAft>
              <a:defRPr sz="1900"/>
            </a:pPr>
            <a:r>
              <a:t>Click Register</a:t>
            </a:r>
          </a:p>
          <a:p>
            <a:pPr>
              <a:spcAft>
                <a:spcPts val="1000"/>
              </a:spcAft>
              <a:defRPr sz="1900"/>
            </a:pPr>
            <a:r>
              <a:t>Verify new record in phpMyAdmin</a:t>
            </a:r>
          </a:p>
          <a:p>
            <a:pPr>
              <a:spcAft>
                <a:spcPts val="1000"/>
              </a:spcAft>
              <a:defRPr sz="1900"/>
            </a:pPr>
            <a:r>
              <a:t>Open view_registrations.php</a:t>
            </a:r>
          </a:p>
          <a:p>
            <a:pPr>
              <a:spcAft>
                <a:spcPts val="1000"/>
              </a:spcAft>
              <a:defRPr sz="1900"/>
            </a:pPr>
            <a:r>
              <a:t>Confirm student + event details are displayed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22 — Test Duplicate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Register the same student for the same event again</a:t>
            </a:r>
          </a:p>
          <a:p>
            <a:pPr>
              <a:spcAft>
                <a:spcPts val="1000"/>
              </a:spcAft>
              <a:defRPr sz="1900"/>
            </a:pPr>
            <a:r>
              <a:t>The UNIQUE(student_id, event_id) constraint should reject it</a:t>
            </a:r>
          </a:p>
          <a:p>
            <a:pPr>
              <a:spcAft>
                <a:spcPts val="1000"/>
              </a:spcAft>
              <a:defRPr sz="1900"/>
            </a:pPr>
            <a:r>
              <a:t>This demonstrates database-level data integrity</a:t>
            </a:r>
          </a:p>
          <a:p>
            <a:pPr>
              <a:spcAft>
                <a:spcPts val="1000"/>
              </a:spcAft>
              <a:defRPr sz="1900"/>
            </a:pPr>
            <a:r>
              <a:t>Discuss why validation should exist at both application and database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 PDO for database connectivity</a:t>
            </a:r>
          </a:p>
          <a:p>
            <a:pPr>
              <a:spcAft>
                <a:spcPts val="1000"/>
              </a:spcAft>
              <a:defRPr sz="1900"/>
            </a:pPr>
            <a:r>
              <a:t>Use prepared statements for user-supplied values</a:t>
            </a:r>
          </a:p>
          <a:p>
            <a:pPr>
              <a:spcAft>
                <a:spcPts val="1000"/>
              </a:spcAft>
              <a:defRPr sz="1900"/>
            </a:pPr>
            <a:r>
              <a:t>Use foreign keys for referential integrity</a:t>
            </a:r>
          </a:p>
          <a:p>
            <a:pPr>
              <a:spcAft>
                <a:spcPts val="1000"/>
              </a:spcAft>
              <a:defRPr sz="1900"/>
            </a:pPr>
            <a:r>
              <a:t>Use UNIQUE constraints where appropriate</a:t>
            </a:r>
          </a:p>
          <a:p>
            <a:pPr>
              <a:spcAft>
                <a:spcPts val="1000"/>
              </a:spcAft>
              <a:defRPr sz="1900"/>
            </a:pPr>
            <a:r>
              <a:t>Use htmlspecialchars() for HTML output</a:t>
            </a:r>
          </a:p>
          <a:p>
            <a:pPr>
              <a:spcAft>
                <a:spcPts val="1000"/>
              </a:spcAft>
              <a:defRPr sz="1900"/>
            </a:pPr>
            <a:r>
              <a:t>Never expose real production database passwords in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Normalization — Viva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Separate students, events and registrations</a:t>
            </a:r>
          </a:p>
          <a:p>
            <a:pPr>
              <a:spcAft>
                <a:spcPts val="1000"/>
              </a:spcAft>
              <a:defRPr sz="1900"/>
            </a:pPr>
            <a:r>
              <a:t>Avoid repeating event columns such as event1, event2, event3</a:t>
            </a:r>
          </a:p>
          <a:p>
            <a:pPr>
              <a:spcAft>
                <a:spcPts val="1000"/>
              </a:spcAft>
              <a:defRPr sz="1900"/>
            </a:pPr>
            <a:r>
              <a:t>Store each fact in the appropriate table</a:t>
            </a:r>
          </a:p>
          <a:p>
            <a:pPr>
              <a:spcAft>
                <a:spcPts val="1000"/>
              </a:spcAft>
              <a:defRPr sz="1900"/>
            </a:pPr>
            <a:r>
              <a:t>Use relationships instead of duplicating complete records</a:t>
            </a:r>
          </a:p>
          <a:p>
            <a:pPr>
              <a:spcAft>
                <a:spcPts val="1000"/>
              </a:spcAft>
              <a:defRPr sz="1900"/>
            </a:pPr>
            <a:r>
              <a:t>Benefits: less redundancy, consistency and easier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StudentHub/</a:t>
            </a:r>
          </a:p>
          <a:p>
            <a:pPr>
              <a:spcAft>
                <a:spcPts val="1000"/>
              </a:spcAft>
              <a:defRPr sz="1700"/>
            </a:pPr>
            <a:r>
              <a:t>├── db.php</a:t>
            </a:r>
          </a:p>
          <a:p>
            <a:pPr>
              <a:spcAft>
                <a:spcPts val="1000"/>
              </a:spcAft>
              <a:defRPr sz="1700"/>
            </a:pPr>
            <a:r>
              <a:t>├── test_connection.php</a:t>
            </a:r>
          </a:p>
          <a:p>
            <a:pPr>
              <a:spcAft>
                <a:spcPts val="1000"/>
              </a:spcAft>
              <a:defRPr sz="1700"/>
            </a:pPr>
            <a:r>
              <a:t>├── register.php</a:t>
            </a:r>
          </a:p>
          <a:p>
            <a:pPr>
              <a:spcAft>
                <a:spcPts val="1000"/>
              </a:spcAft>
              <a:defRPr sz="1700"/>
            </a:pPr>
            <a:r>
              <a:t>└── view_registrations.php</a:t>
            </a:r>
          </a:p>
          <a:p>
            <a:pPr>
              <a:spcAft>
                <a:spcPts val="1000"/>
              </a:spcAft>
              <a:defRPr sz="1700"/>
            </a:pPr>
            <a:r>
              <a:t>Database: studenthub</a:t>
            </a:r>
          </a:p>
          <a:p>
            <a:pPr>
              <a:spcAft>
                <a:spcPts val="1000"/>
              </a:spcAft>
              <a:defRPr sz="1700"/>
            </a:pPr>
            <a:r>
              <a:t>Tables: students • events • registrations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Submission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SQL dump: studenthub.sql</a:t>
            </a:r>
          </a:p>
          <a:p>
            <a:pPr>
              <a:spcAft>
                <a:spcPts val="1000"/>
              </a:spcAft>
              <a:defRPr sz="1900"/>
            </a:pPr>
            <a:r>
              <a:t>2. db.php file</a:t>
            </a:r>
          </a:p>
          <a:p>
            <a:pPr>
              <a:spcAft>
                <a:spcPts val="1000"/>
              </a:spcAft>
              <a:defRPr sz="1900"/>
            </a:pPr>
            <a:r>
              <a:t>3. Connection test screenshot</a:t>
            </a:r>
          </a:p>
          <a:p>
            <a:pPr>
              <a:spcAft>
                <a:spcPts val="1000"/>
              </a:spcAft>
              <a:defRPr sz="1900"/>
            </a:pPr>
            <a:r>
              <a:t>Recommended: screenshots of tables, ER model and successful registration</a:t>
            </a:r>
          </a:p>
          <a:p>
            <a:pPr>
              <a:spcAft>
                <a:spcPts val="1000"/>
              </a:spcAft>
              <a:defRPr sz="1900"/>
            </a:pPr>
            <a:r>
              <a:t>Be ready for database + PDO + prepared statement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Viva — Quick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What is a primary key?</a:t>
            </a:r>
          </a:p>
          <a:p>
            <a:pPr>
              <a:spcAft>
                <a:spcPts val="1000"/>
              </a:spcAft>
              <a:defRPr sz="1700"/>
            </a:pPr>
            <a:r>
              <a:t>What is a foreign key?</a:t>
            </a:r>
          </a:p>
          <a:p>
            <a:pPr>
              <a:spcAft>
                <a:spcPts val="1000"/>
              </a:spcAft>
              <a:defRPr sz="1700"/>
            </a:pPr>
            <a:r>
              <a:t>Why is registrations required?</a:t>
            </a:r>
          </a:p>
          <a:p>
            <a:pPr>
              <a:spcAft>
                <a:spcPts val="1000"/>
              </a:spcAft>
              <a:defRPr sz="1700"/>
            </a:pPr>
            <a:r>
              <a:t>What is normalization?</a:t>
            </a:r>
          </a:p>
          <a:p>
            <a:pPr>
              <a:spcAft>
                <a:spcPts val="1000"/>
              </a:spcAft>
              <a:defRPr sz="1700"/>
            </a:pPr>
            <a:r>
              <a:t>What is PDO?</a:t>
            </a:r>
          </a:p>
          <a:p>
            <a:pPr>
              <a:spcAft>
                <a:spcPts val="1000"/>
              </a:spcAft>
              <a:defRPr sz="1700"/>
            </a:pPr>
            <a:r>
              <a:t>What is a prepared statement?</a:t>
            </a:r>
          </a:p>
          <a:p>
            <a:pPr>
              <a:spcAft>
                <a:spcPts val="1000"/>
              </a:spcAft>
              <a:defRPr sz="1700"/>
            </a:pPr>
            <a:r>
              <a:t>What is SQL injection?</a:t>
            </a:r>
          </a:p>
          <a:p>
            <a:pPr>
              <a:spcAft>
                <a:spcPts val="1000"/>
              </a:spcAft>
              <a:defRPr sz="1700"/>
            </a:pPr>
            <a:r>
              <a:t>What does ON DELETE CASCADE mean?</a:t>
            </a:r>
          </a:p>
          <a:p>
            <a:pPr>
              <a:spcAft>
                <a:spcPts val="1000"/>
              </a:spcAft>
              <a:defRPr sz="1700"/>
            </a:pPr>
            <a:r>
              <a:t>Why use UNIQUE(student_id, event_id)?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Practical Completion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XAMPP → phpMyAdmin → Database</a:t>
            </a:r>
          </a:p>
          <a:p>
            <a:pPr>
              <a:spcAft>
                <a:spcPts val="1000"/>
              </a:spcAft>
              <a:defRPr sz="1700"/>
            </a:pPr>
            <a:r>
              <a:t>Database → Tables → Seed Data</a:t>
            </a:r>
          </a:p>
          <a:p>
            <a:pPr>
              <a:spcAft>
                <a:spcPts val="1000"/>
              </a:spcAft>
              <a:defRPr sz="1700"/>
            </a:pPr>
            <a:r>
              <a:t>Tables → ER Relationship → JOIN</a:t>
            </a:r>
          </a:p>
          <a:p>
            <a:pPr>
              <a:spcAft>
                <a:spcPts val="1000"/>
              </a:spcAft>
              <a:defRPr sz="1700"/>
            </a:pPr>
            <a:r>
              <a:t>VS Code → PHP Project → PDO</a:t>
            </a:r>
          </a:p>
          <a:p>
            <a:pPr>
              <a:spcAft>
                <a:spcPts val="1000"/>
              </a:spcAft>
              <a:defRPr sz="1700"/>
            </a:pPr>
            <a:r>
              <a:t>PDO → Prepared Statement → Registration</a:t>
            </a:r>
          </a:p>
          <a:p>
            <a:pPr>
              <a:spcAft>
                <a:spcPts val="1000"/>
              </a:spcAft>
              <a:defRPr sz="1700"/>
            </a:pPr>
            <a:r>
              <a:t>Registration → JOIN → Display Results</a:t>
            </a:r>
          </a:p>
          <a:p>
            <a:pPr>
              <a:spcAft>
                <a:spcPts val="1000"/>
              </a:spcAft>
              <a:defRPr sz="1700"/>
            </a:pPr>
            <a:r>
              <a:t>Final: SQL dump + db.php +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1255</Words>
  <Application>Microsoft Office PowerPoint</Application>
  <PresentationFormat>Widescreen</PresentationFormat>
  <Paragraphs>242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CHARUSAT</cp:lastModifiedBy>
  <cp:revision>2</cp:revision>
  <dcterms:created xsi:type="dcterms:W3CDTF">2013-01-27T09:14:16Z</dcterms:created>
  <dcterms:modified xsi:type="dcterms:W3CDTF">2026-10-05T05:24:57Z</dcterms:modified>
  <cp:category/>
</cp:coreProperties>
</file>