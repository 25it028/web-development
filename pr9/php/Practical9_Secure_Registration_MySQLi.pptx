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8 built the database. Practical 9 writes the first row into it safely: validated, de-duplicated and with a hashed password.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 for students: PDO is more portable, MySQLi is MySQL-specific and exposes a few MySQL-only features. Both support prepared statements — that is what actually matters for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that HTML attributes like minlength are only a convenience — a user who disables JavaScript or edits the page bypasses them, which is why the PHP rules must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by praising what is right: prepared statements, a duplicate check and password_hash() are all present and correct. These six points are refinements, not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FRAMEWORKS  ·  ITUE203  ·  SEM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9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5740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Registration: Database Insert, Duplicate Email Check &amp; Password Hashing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MySQLi prepared statements — plus how MySQLi and PDO compare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0" y="210312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0" y="225856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13648" y="225856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14816" y="225856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98280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process_user_registration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2542032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$hash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password_hash(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$password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PASSWORD_DEFAULT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CHARUSAT  ·  CSPIT  ·  Department of Information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real sign-up form must do before it saves a user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45920" cy="26517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03120"/>
            <a:ext cx="731520" cy="73152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35" y="22933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users table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accounts live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21992" y="3154680"/>
            <a:ext cx="182880" cy="0"/>
          </a:xfrm>
          <a:prstGeom prst="line">
            <a:avLst/>
          </a:prstGeom>
          <a:noFill/>
          <a:ln w="31750">
            <a:solidFill>
              <a:srgbClr val="15705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41448" y="1828800"/>
            <a:ext cx="1645920" cy="26517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98648" y="2103120"/>
            <a:ext cx="731520" cy="73152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843" y="22933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32888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MySQLi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578608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(vs PDO)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114800" y="3154680"/>
            <a:ext cx="182880" cy="0"/>
          </a:xfrm>
          <a:prstGeom prst="line">
            <a:avLst/>
          </a:prstGeom>
          <a:noFill/>
          <a:ln w="31750">
            <a:solidFill>
              <a:srgbClr val="15705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334256" y="1828800"/>
            <a:ext cx="1645920" cy="26517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91456" y="2103120"/>
            <a:ext cx="731520" cy="73152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651" y="229331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25696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Validate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471416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and back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007608" y="3154680"/>
            <a:ext cx="182880" cy="0"/>
          </a:xfrm>
          <a:prstGeom prst="line">
            <a:avLst/>
          </a:prstGeom>
          <a:noFill/>
          <a:ln w="31750">
            <a:solidFill>
              <a:srgbClr val="15705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227064" y="1828800"/>
            <a:ext cx="1645920" cy="26517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84264" y="2103120"/>
            <a:ext cx="731520" cy="73152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459" y="229331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18504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Duplicate check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364224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email, one account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900416" y="3154680"/>
            <a:ext cx="182880" cy="0"/>
          </a:xfrm>
          <a:prstGeom prst="line">
            <a:avLst/>
          </a:prstGeom>
          <a:noFill/>
          <a:ln w="31750">
            <a:solidFill>
              <a:srgbClr val="15705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8119872" y="1828800"/>
            <a:ext cx="1645920" cy="26517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577072" y="2103120"/>
            <a:ext cx="731520" cy="73152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7267" y="2293315"/>
            <a:ext cx="351130" cy="35113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211312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Hash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8257032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password_hash()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9793224" y="3154680"/>
            <a:ext cx="182880" cy="0"/>
          </a:xfrm>
          <a:prstGeom prst="line">
            <a:avLst/>
          </a:prstGeom>
          <a:noFill/>
          <a:ln w="31750">
            <a:solidFill>
              <a:srgbClr val="15705B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10012680" y="1828800"/>
            <a:ext cx="1645920" cy="26517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469880" y="2103120"/>
            <a:ext cx="731520" cy="73152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0075" y="2293315"/>
            <a:ext cx="351130" cy="35113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10412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Insert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10149840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257800"/>
            <a:ext cx="502920" cy="50292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554480" y="50292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registration page holds other people's passwords. Write it as if the database will one day be stolen — then a leak gives the attacker nothing useful.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9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official practical list (ITUE203, 2026-27)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user registration by inserting user details into MySQL using MySQLi. Validate input on frontend and backend, check duplicate email/username, hash passwords using password_hash(), and display appropriate messages.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CO1, CO3, CO5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4 h  |  Engagement 6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PHP, MySQLi, XAMPP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registration, password hashing, validation, duplicate checks, insert 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test report with valid, invalid and duplicate cases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Intermediate: prepared statement  ·  Advanced: CSRF token + audit 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6751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StudentHub files for this practical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675120" y="2011680"/>
            <a:ext cx="4937760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2194560"/>
            <a:ext cx="594360" cy="59436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2534" y="23490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2121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register_user.html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24871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sign-up form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675120" y="3108960"/>
            <a:ext cx="4937760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0" y="3291840"/>
            <a:ext cx="594360" cy="59436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534" y="34463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635240" y="3218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db_connect_mysqli.php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7635240" y="3584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MySQLi connection object $conn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675120" y="4206240"/>
            <a:ext cx="4937760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0" y="4389120"/>
            <a:ext cx="594360" cy="59436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534" y="454365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35240" y="4315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process_user_registration.php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7635240" y="4681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check duplicate → hash → insert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675120" y="5303520"/>
            <a:ext cx="4937760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858000" y="5486400"/>
            <a:ext cx="594360" cy="59436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534" y="564093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635240" y="5413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table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7635240" y="5779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 (UNIQUE), password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key questions this deck answers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the practical list — expect them in viva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9968"/>
            <a:ext cx="594360" cy="5943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29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1051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password_hash() used before storing passwords?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31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plain password never reaches the INSERT; only a 60-character bcrypt hash does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418320" y="1810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17–19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630168"/>
            <a:ext cx="594360" cy="5943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6301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41071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duplicate email/username checked?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SELECT before the INSERT, plus a UNIQUE column so the database enforces it too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3410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14, 22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230368"/>
            <a:ext cx="594360" cy="5943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230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01091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frontend and backend validations consistent?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532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rules in JavaScript (Practical 5) and in PHP — the server is the one that counts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5010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12, 23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security implementation, DB insert correctness, test coverage and viva.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Practical 9 builds on everything before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thrown away — the pieces are joined together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1905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920240"/>
            <a:ext cx="502920" cy="5029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002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validation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in the browser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72968" y="2743200"/>
            <a:ext cx="18288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1905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920240"/>
            <a:ext cx="502920" cy="5029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server validation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971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cannot be skipped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07608" y="2743200"/>
            <a:ext cx="18288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1905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920240"/>
            <a:ext cx="502920" cy="5029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connection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971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to store users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42248" y="2743200"/>
            <a:ext cx="18288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5256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3F2EC"/>
          </a:solidFill>
          <a:ln w="19050">
            <a:solidFill>
              <a:srgbClr val="1570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04120" y="1920240"/>
            <a:ext cx="502920" cy="50292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041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2971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no duplicates + hash + insert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114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genuinely new today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544068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645152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users table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9560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are separate from student profiles — this table also powers the login in Practical 10.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72200" y="4572000"/>
            <a:ext cx="544068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4645152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49560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database "does this email already exist?" before inserting.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577840"/>
            <a:ext cx="544068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650992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password_hash()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9618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is converted into a one-way hash; the original is never stored.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172200" y="5577840"/>
            <a:ext cx="544068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0" y="5650992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MySQLi prepared statements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59618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→ bind_param → execute, so user input can never change the SQL.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users table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it in phpMyAdmin before running the PHP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52160" cy="3017520"/>
          </a:xfrm>
          <a:prstGeom prst="roundRect">
            <a:avLst>
              <a:gd name="adj" fmla="val 303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5564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5564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175564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1673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in the phpMyAdmin SQL tab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39112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(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'student'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CURRENT_TIMESTAMP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(id)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0" y="160020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1673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7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… UNIQUE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9933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itself refuses a second account with the same email — a safety net under our PHP check.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278892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2862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7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VARCHAR(255)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1821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bcrypt hash is 60 characters today, but future algorithms are longer. 255 is the standard safe size.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397764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4050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7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43708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 admin. Practical 10 uses it for role-based redirection and Practical 14 for the admin dashboard.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0" y="516636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5239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7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555955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automatically. Useful for the "latest registrations" panel in Practical 14.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5852160" cy="1645920"/>
          </a:xfrm>
          <a:prstGeom prst="roundRect">
            <a:avLst>
              <a:gd name="adj" fmla="val 5556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120640"/>
            <a:ext cx="548640" cy="54864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5263286"/>
            <a:ext cx="263347" cy="263347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463040" y="50932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vs students — why two tables?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56692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holds academic details (course, year). users holds login accounts (email, password, role). A person can exist in both, linked later by a user_id. Keeping them apart keeps passwords out of every student listing page.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MySQLi vs PDO — the comparison you asked for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8 used PDO. Practical 9 uses MySQLi. Both are correct; know the differences.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  <a:gridCol w="45720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Improved extension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Data Objects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Databases supported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/ MariaDB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drivers: MySQL, PostgreSQL, SQLite, Oracle, SQL Server…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Styles available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Object-oriented AND procedural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Object-oriented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 ?  (positional)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 and named  :email  — order does not matter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Binding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bind_param("sss", …) — you declare the types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execute([":email" =&gt; $email]) — types handled for you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a SELECT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get_result() / bind_result() / store_result()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fetch() / fetchAll(PDO::FETCH_ASSOC)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$conn-&gt;connect_error, $stmt-&gt;error, or mysqli_report()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Exceptions with ERRMODE_EXCEPTION + try/catch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parameters reused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bound again for each 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:name can appear several times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Switching database later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the data 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the DSN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subject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Practicals 9, 11, 12 (as the list requires)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8 intermediate extension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INSERT written both ways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them side by side — the idea is identical, only the spelling changes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5564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5564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175564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1673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39112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MySQLi (object-oriented)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mysqli(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$host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$db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(name, email, password)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(?, ?, ?)";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-&gt;prepare(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-&gt;bind_param(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"sss"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$hash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-&gt;execute();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-&gt;close();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75564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175564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3136" y="175564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1673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39112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PDO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PDO(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"mysql:host=$host;dbname=$db"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(name, email, password)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(:name, :email, :password)";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-&gt;prepare(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-&gt;execute([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":name"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":email"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":password"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$hash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5394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bind_param type letters (MySQLi only)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— name, email, 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— id,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/ decimal — fees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— binary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217920" y="507492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46520" y="52760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MySQLi also has a procedural style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46520" y="5696712"/>
            <a:ext cx="4937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mysqli_connect(), mysqli_query() … Same functions, written as plain function calls instead of $conn-&gt;method(). Pick one style and stay with it.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db_connect_mysqli.php — line by 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connection file, included by every page that touches the database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52160" cy="3840480"/>
          </a:xfrm>
          <a:prstGeom prst="roundRect">
            <a:avLst>
              <a:gd name="adj" fmla="val 238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5564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5564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175564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1673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php/db_connect_mysqli.php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39112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$host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"localhost"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$username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"root"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$password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$dbname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"studenthub"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mysqli(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$host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$username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$password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$dbname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-&gt;connect_error)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"Database connection failed: 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-&gt;connect_error);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173736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6916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mysqli(host, user, pass, db)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057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arguments in this exact order. The result is the connection object $conn used everywhere else.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292608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8803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$conn-&gt;connect_error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2461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when the connection worked; a message when it failed. MySQLi does not throw by default, so we must check it ourselves.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0" y="411480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0690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die()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4348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script immediately so no query runs on a broken connection.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530352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52578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Improvement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5623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mysqli_report(MYSQLI_REPORT_ERROR | MYSQLI_REPORT_STRICT); at the top to make MySQLi throw exceptions like PDO does.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6692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8 used PDO here; the rest of the page changes only in how queries are written.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secure registration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process_user_registration.php from top to bottom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44752" cy="2194560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" y="1874520"/>
            <a:ext cx="457200" cy="45720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4231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check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form really submitted?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0" y="2743200"/>
            <a:ext cx="146304" cy="0"/>
          </a:xfrm>
          <a:prstGeom prst="line">
            <a:avLst/>
          </a:prstGeom>
          <a:noFill/>
          <a:ln w="31750">
            <a:solidFill>
              <a:srgbClr val="15705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76272" y="1737360"/>
            <a:ext cx="1444752" cy="2194560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0048" y="1874520"/>
            <a:ext cx="457200" cy="45720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004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9424" y="24231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trim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2267712" y="310896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fields out of $_POST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39312" y="2743200"/>
            <a:ext cx="146304" cy="0"/>
          </a:xfrm>
          <a:prstGeom prst="line">
            <a:avLst/>
          </a:prstGeom>
          <a:noFill/>
          <a:ln w="31750">
            <a:solidFill>
              <a:srgbClr val="15705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03904" y="1737360"/>
            <a:ext cx="1444752" cy="2194560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874520"/>
            <a:ext cx="457200" cy="45720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877056" y="24231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3895344" y="310896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Empty? Valid email? Password long enough?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266944" y="2743200"/>
            <a:ext cx="146304" cy="0"/>
          </a:xfrm>
          <a:prstGeom prst="line">
            <a:avLst/>
          </a:prstGeom>
          <a:noFill/>
          <a:ln w="31750">
            <a:solidFill>
              <a:srgbClr val="15705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31536" y="1737360"/>
            <a:ext cx="1444752" cy="2194560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25312" y="1874520"/>
            <a:ext cx="457200" cy="45720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2531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04688" y="24231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5522976" y="310896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… WHERE email = 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94576" y="2743200"/>
            <a:ext cx="146304" cy="0"/>
          </a:xfrm>
          <a:prstGeom prst="line">
            <a:avLst/>
          </a:prstGeom>
          <a:noFill/>
          <a:ln w="31750">
            <a:solidFill>
              <a:srgbClr val="15705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59168" y="1737360"/>
            <a:ext cx="1444752" cy="2194560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52944" y="1874520"/>
            <a:ext cx="457200" cy="45720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5294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24231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7150608" y="310896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password_hash()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22208" y="2743200"/>
            <a:ext cx="146304" cy="0"/>
          </a:xfrm>
          <a:prstGeom prst="line">
            <a:avLst/>
          </a:prstGeom>
          <a:noFill/>
          <a:ln w="31750">
            <a:solidFill>
              <a:srgbClr val="15705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686800" y="1737360"/>
            <a:ext cx="1444752" cy="2194560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80576" y="187452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8057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759952" y="24231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8778240" y="310896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INSERT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0149840" y="2743200"/>
            <a:ext cx="146304" cy="0"/>
          </a:xfrm>
          <a:prstGeom prst="line">
            <a:avLst/>
          </a:prstGeom>
          <a:noFill/>
          <a:ln w="31750">
            <a:solidFill>
              <a:srgbClr val="15705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314432" y="1737360"/>
            <a:ext cx="1444752" cy="2194560"/>
          </a:xfrm>
          <a:prstGeom prst="roundRect">
            <a:avLst>
              <a:gd name="adj" fmla="val 63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808208" y="187452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80820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0387584" y="24231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10405872" y="310896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or failure message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420624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34840"/>
            <a:ext cx="457200" cy="457200"/>
          </a:xfrm>
          <a:prstGeom prst="rect">
            <a:avLst/>
          </a:prstGeom>
        </p:spPr>
      </p:pic>
      <p:sp>
        <p:nvSpPr>
          <p:cNvPr id="47" name="Text 44"/>
          <p:cNvSpPr txBox="1"/>
          <p:nvPr/>
        </p:nvSpPr>
        <p:spPr>
          <a:xfrm>
            <a:off x="146304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matters</a:t>
            </a:r>
            <a:endParaRPr lang="en-US" sz="1800" dirty="0"/>
          </a:p>
        </p:txBody>
      </p:sp>
      <p:sp>
        <p:nvSpPr>
          <p:cNvPr id="48" name="Text 45"/>
          <p:cNvSpPr txBox="1"/>
          <p:nvPr/>
        </p:nvSpPr>
        <p:spPr>
          <a:xfrm>
            <a:off x="822960" y="50292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hash before validating (wasted work), never insert before the duplicate check, and never put the plain password anywhere near the INSERT. Each step stops the script if it fails.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217920" y="42062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446520" y="4434840"/>
            <a:ext cx="548640" cy="54864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4577486"/>
            <a:ext cx="263347" cy="263347"/>
          </a:xfrm>
          <a:prstGeom prst="rect">
            <a:avLst/>
          </a:prstGeom>
        </p:spPr>
      </p:pic>
      <p:sp>
        <p:nvSpPr>
          <p:cNvPr id="52" name="Text 48"/>
          <p:cNvSpPr txBox="1"/>
          <p:nvPr/>
        </p:nvSpPr>
        <p:spPr>
          <a:xfrm>
            <a:off x="7132320" y="4407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Practical 7</a:t>
            </a:r>
            <a:endParaRPr lang="en-US" sz="1800" dirty="0"/>
          </a:p>
        </p:txBody>
      </p:sp>
      <p:sp>
        <p:nvSpPr>
          <p:cNvPr id="53" name="Text 49"/>
          <p:cNvSpPr txBox="1"/>
          <p:nvPr/>
        </p:nvSpPr>
        <p:spPr>
          <a:xfrm>
            <a:off x="6446520" y="51206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are exactly the CSV version you already wrote. Steps 4–6 replace fopen/fputcsv with a database query. If students understood Practical 7, they already understand half of today.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2 — Receive the data safely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852160" cy="2560320"/>
          </a:xfrm>
          <a:prstGeom prst="roundRect">
            <a:avLst>
              <a:gd name="adj" fmla="val 3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75564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5564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175564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1673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php/process_user_registration.php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39112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"db_connect_mysqli.php"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$_SERVER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"REQUEST_METHOD"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trim(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trim(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$password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173736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6916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first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057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connection file fails, nothing below ever runs.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292608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8803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REQUEST_METHOD check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246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PHP URL directly is a GET request with no data — we simply do nothing.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0" y="411480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40690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on name and email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4348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 priya@gmail.com " and "priya@gmail.com" must be treated as the same address.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75120" y="530352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52578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trim() on password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5623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may be a deliberate part of the password.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5852160" cy="2057400"/>
          </a:xfrm>
          <a:prstGeom prst="roundRect">
            <a:avLst>
              <a:gd name="adj" fmla="val 444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66344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4806086"/>
            <a:ext cx="263347" cy="263347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463040" y="46360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?? for missing fields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53492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$_POST["name"] warns if the key is absent (a hand-made request, a renamed input). Safer: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trim($_POST["name"] ?? "") — exactly as in Practical 7.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Server-side validation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3: are frontend and backend validations consistent?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52160" cy="3200400"/>
          </a:xfrm>
          <a:prstGeom prst="roundRect">
            <a:avLst>
              <a:gd name="adj" fmla="val 285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5564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5564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175564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1673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php/process_user_registration.php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39112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||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||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$password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"All fields are required."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(!filter_var(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FILTER_VALIDATE_EMAIL))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"Please enter a valid email address."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(strlen(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$password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&lt;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 must contain at least 6 characters."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0020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91640"/>
                <a:gridCol w="1371600"/>
                <a:gridCol w="685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(P5 JS)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(today)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fields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+ 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empty()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regex, type=email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filter_var()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length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strength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upper, lower, digit, symbol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checked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password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match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letters and spaces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checked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029200"/>
            <a:ext cx="5852160" cy="1463040"/>
          </a:xfrm>
          <a:prstGeom prst="roundRect">
            <a:avLst>
              <a:gd name="adj" fmla="val 6250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51663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
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you enforce in JavaScript must also exist in PHP. The browser copy is for comfort; the PHP copy is the real gate. Copy your Practical 5 regular expressions straight into PHP.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die() works — but it is not kind to the user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easy upgrade that the examiner will notice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0136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0136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180136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current: stops at the first mistake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84832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(strlen(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$password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&lt;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 must contain at least 6 characters."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947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The page goes blank except for one line of 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Only the first problem is reported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Everything the user typed is lost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 styling, no link back to the form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80136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01968" y="180136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180136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86600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better: collect every problem, like Practical 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084832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$errors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[];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$errors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 is required."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(!filter_var(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FILTER_VALIDATE_EMAIL))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$errors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"Please enter a valid email address."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(strlen(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$password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&lt;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$errors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 must be at least 8 characters."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(count(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$errors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&gt;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$errors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"&lt;li&gt;"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"&lt;/li&gt;"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"&lt;a href='../pages/register_user.html'&gt;Go Back&lt;/a&gt;"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623560"/>
            <a:ext cx="594360" cy="59436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5778094"/>
            <a:ext cx="285293" cy="285293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645920" y="53492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all (Practical 13 preview): 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errors back as JSON and show them next to each field with JavaScript — no page change, nothing retyped.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The duplicate email check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2 — real life: two people cannot share one enrolment number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52160" cy="3611880"/>
          </a:xfrm>
          <a:prstGeom prst="roundRect">
            <a:avLst>
              <a:gd name="adj" fmla="val 25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5564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5564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175564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1673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php/process_user_registration.php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39112"/>
            <a:ext cx="5486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$check_sql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id FROM users WHERE email = ?"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$check_stmt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-&gt;prepare(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$check_sql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$check_stmt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-&gt;bind_param(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$check_stmt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-&gt;execute();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$check_stmt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-&gt;store_result();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$check_stmt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-&gt;num_rows &gt;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email is already registered."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$check_stmt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-&gt;close();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0" y="164592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600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id, not SELECT *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1965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need to know whether a row exists — fetching the whole row wastes work.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278892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743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store_result()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108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result set into PHP so that num_rows can be read. Without it num_rows stays 0 in MySQLi.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0" y="393192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3886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num_rows &gt; 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251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rows means the email is taken → stop before inserting.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507492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5029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close()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5394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this statement so the same $conn can be used for the INSERT.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03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duplicates are checked the same way — add OR username = ? and bind a second value.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585216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87044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user politely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6217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email is already registered. Try logging in instead." beats a bare error.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MySQLi prepared statements — the four calls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user input can never damage your database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prepare()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58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SQL with ? markers. MySQL compiles it now, before it has seen any user data.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51560" y="28803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-&gt;prepare(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28800"/>
            <a:ext cx="457200" cy="45720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bind_param()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258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PHP variables to the ? markers and declare each type: "sss" = three strings.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269748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75120" y="28803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-&gt;bind_param(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"sss"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611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execute()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0873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it. Returns true or false — always check it.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52628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51560" y="47091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-&gt;execute()) { … }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3429000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657600"/>
            <a:ext cx="457200" cy="45720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3611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close()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40873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statement when finished.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46520" y="452628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675120" y="47091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-&gt;close();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3492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safe: 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structure is fixed before the values arrive. If someone types  ' OR '1'='1  it is stored and compared as that literal text — it can never become part of the SQL. Never build SQL by joining strings with user input.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bind_param in detail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line students get wrong most often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1737360"/>
          </a:xfrm>
          <a:prstGeom prst="roundRect">
            <a:avLst>
              <a:gd name="adj" fmla="val 526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0136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0136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180136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1719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? markers, three letters, three variables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84832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-&gt;bind_param(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"sss"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$hashed_password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    ^^^   ^^^^^  ^^^^^^  ^^^^^^^^^^^^^^^^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    types  →  one letter per ? in the query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5852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email, password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year, course_id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fees, percentage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contents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67512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errors you will meet today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675120" y="2103120"/>
            <a:ext cx="4937760" cy="1280160"/>
          </a:xfrm>
          <a:prstGeom prst="roundRect">
            <a:avLst>
              <a:gd name="adj" fmla="val 714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03720" y="21945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elements in type definition string doesn't match number of bind variables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903720" y="2880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wrote "ss" but passed three variables (or vice versa).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75120" y="3566160"/>
            <a:ext cx="4937760" cy="1280160"/>
          </a:xfrm>
          <a:prstGeom prst="roundRect">
            <a:avLst>
              <a:gd name="adj" fmla="val 714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36576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to a member function bind_param() on bool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4343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prepare() failed — usually a typo in the SQL or a wrong table name.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75120" y="5029200"/>
            <a:ext cx="4937760" cy="1280160"/>
          </a:xfrm>
          <a:prstGeom prst="roundRect">
            <a:avLst>
              <a:gd name="adj" fmla="val 714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03720" y="5120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count doesn't match value count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58064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list and the VALUES list have different lengths.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852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avoids this whole slide — values go in as an array and PDO works out the types. That is the main day-to-day difference between the two.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password_hash()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life: a fingerprint identifies you, but nobody can rebuild your finger from 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5564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5564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175564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16733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php/process_user_registration.php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3911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$hashed_password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password_hash(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$password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PASSWORD_DEFAULT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password, hashed twice: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3703320"/>
            <a:ext cx="5303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Priya@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$Xc9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...Q2mK   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chars)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Priya@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$pL3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...a8Vt   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chars)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634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every time, because PHP mixes in a random salt. $2y$ = bcrypt, 10 = cost (how slow it is to compute, which is deliberate).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92240" y="160020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828800"/>
            <a:ext cx="548640" cy="54864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66" y="1971446"/>
            <a:ext cx="263347" cy="26334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406640" y="17099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20574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becomes a hash; a hash can never be turned back into the password.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92240" y="2852928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75120" y="3081528"/>
            <a:ext cx="548640" cy="54864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66" y="3224174"/>
            <a:ext cx="263347" cy="26334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406640" y="29626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stops rainbow tables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7406640" y="331012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users with the same password get different hashes, so an attacker cannot match them.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92240" y="4105656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675120" y="4334256"/>
            <a:ext cx="548640" cy="54864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66" y="4476902"/>
            <a:ext cx="263347" cy="26334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406640" y="42153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PASSWORD_DEFAULT is future-proof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7406640" y="456285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picks the current best algorithm. That is why the column is VARCHAR(255).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6492240" y="5358384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675120" y="5586984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5724144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406640" y="54681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md5() or sha1()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7406640" y="58155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fast and unsalted — exactly what an attacker wants. Never write your own either.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56692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 $password is never written to the database — only $hashed_password is.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hash is used later (Practical 10 preview)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hashes · Login verifies — the password is never compared directly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834640"/>
          </a:xfrm>
          <a:prstGeom prst="roundRect">
            <a:avLst>
              <a:gd name="adj" fmla="val 3871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(today)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31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Priya@123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044952"/>
            <a:ext cx="384048" cy="384048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449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password_hash() → $2y$10$Xc9…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758184"/>
            <a:ext cx="384048" cy="384048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581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 is stored in users.password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645920"/>
            <a:ext cx="5440680" cy="2834640"/>
          </a:xfrm>
          <a:prstGeom prst="roundRect">
            <a:avLst>
              <a:gd name="adj" fmla="val 38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(Practical 10)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3172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331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Priya@123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46520" y="3044952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0449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password FROM users WHERE email = 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46520" y="3758184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37581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password_verify(typed, storedHash) → true / false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892040"/>
            <a:ext cx="548640" cy="54864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5034686"/>
            <a:ext cx="263347" cy="263347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463040" y="48646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compare the hashes?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5321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hash carries its own random salt, so hashing the typed password again gives a different string. password_verify() reads the salt out of the stored hash and repeats the calculation correctly.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6172200" y="46634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0" y="4892040"/>
            <a:ext cx="548640" cy="54864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5034686"/>
            <a:ext cx="263347" cy="263347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086600" y="48646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password?</a:t>
            </a:r>
            <a:endParaRPr lang="en-US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6400800" y="55321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— not even the admin — can read a user's password. The only option is a reset link that lets them set a new one. If a website emails you your old password, it is storing it unhashed.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Inserting the user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place the database is actually changed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943600" cy="5029200"/>
          </a:xfrm>
          <a:prstGeom prst="roundRect">
            <a:avLst>
              <a:gd name="adj" fmla="val 181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848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61848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161848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php/process_user_registration.php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01952"/>
            <a:ext cx="5577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(name, email, password)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(?, ?, ?)";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-&gt;prepare(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-&gt;bind_param(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"sss"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$hashed_password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-&gt;execute())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"&lt;h2&gt;Registration Successful!&lt;/h2&gt;"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"&lt;p&gt;User has been registered securely using MySQLi.&lt;/p&gt;"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"&lt;a href='../pages/register_user.html'&gt;Register Another User&lt;/a&gt;"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"Registration failed: 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-&gt;error;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-&gt;close();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-&gt;close();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66560" y="1600200"/>
            <a:ext cx="384048" cy="384048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5544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id in the column list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190195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AUTO_INCREMENT fills it. Listing it would cause an error.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66560" y="2624328"/>
            <a:ext cx="384048" cy="384048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25786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$hashed_password, not $password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9260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choice is what makes the practical "secure".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3648456"/>
            <a:ext cx="384048" cy="384048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360273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($stmt-&gt;execute())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395020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execute() returns true or false, so success and failure messages are both handled.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66560" y="4672584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62686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$stmt-&gt;error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497433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while developing — but it exposes database details, so replace it with a friendly message before submission.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66560" y="5696712"/>
            <a:ext cx="384048" cy="384048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5696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565099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close() twice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599846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the statement, then the connection. PHP would do it at the end of the script anyway; doing it explicitly is good practice.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it: three students try to register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each case through the same file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registers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365760" cy="3657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6060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passes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200400"/>
            <a:ext cx="365760" cy="3657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2004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finds 0 rows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365760" cy="3657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7947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created: $2y$10$…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389120"/>
            <a:ext cx="365760" cy="3657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43891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runs, id = 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983480"/>
            <a:ext cx="365760" cy="3657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49834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"Registration Successful!"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1783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Priya's friend reuses her email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526280" y="260604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628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10912" y="26060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passes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26280" y="320040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262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010912" y="32004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finds 1 row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26280" y="379476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262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010912" y="37947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num_rows &gt; 0 → die()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26280" y="438912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2628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010912" y="43891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email is already registered."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26280" y="498348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2628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010912" y="49834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inserted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46720" y="164592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75320" y="1783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types password 123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8275320" y="260604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7532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759952" y="26060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strlen("123") = 3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275320" y="320040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753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759952" y="32004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&lt; 6 → die()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275320" y="379476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753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759952" y="37947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check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275320" y="438912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7532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8759952" y="43891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hashing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8275320" y="498348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27532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759952" y="49834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inserted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phpMyAdmin after each attempt: the users table should contain exactly one row, and the password column should hold an unreadable hash.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form to match the backend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register_user.html needs a little work for key question 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0136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0136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180136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register_user.html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84832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&lt;label&gt;Email:&lt;/label&gt;&lt;br&gt;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required&gt;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&lt;label&gt;Password:&lt;/label&gt;&lt;br&gt;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required&gt;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80136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180136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3136" y="180136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improved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84832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required&gt;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required minlength=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"confirm_password"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required&gt;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type="email"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browser checks the shape of the address before sending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minlength="8"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Practical 5 rule — then raise the PHP check from 6 to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confirm_password 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practical list asks for it; compare the two values in PHP as well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Practical 5 script.js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 the regex validation and error spans instead of plain required attributes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the page to style.css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part of StudentHub — it should not look like a bare HTML 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UNIQUE column is still needed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can press Register in the same second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8368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7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10:00:00.100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6916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A: SELECT … WHERE email = 'priya@gmail.com' → 0 rows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658368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4231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7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10:00:00.101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42316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B: SELECT … same email → 0 rows (A has not inserted yet)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658368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1546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7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10:00:00.150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1546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A: INSERT → succeeds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6583680" cy="621792"/>
          </a:xfrm>
          <a:prstGeom prst="roundRect">
            <a:avLst>
              <a:gd name="adj" fmla="val 11765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8862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7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10:00:00.151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88620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B: INSERT → would also succeed … unless the column is UNIQUE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548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and braces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20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PHP check gives a friendly message in the normal case. The UNIQUE constraint guarantees correctness in every case, including this rare one. Keep both.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06640" y="1691640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89520" y="184708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90688" y="184708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91856" y="184708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75320" y="1764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forgot it in CREATE TABLE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2130552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(email);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4023360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9520" y="417880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90688" y="417880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91856" y="417880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75320" y="4096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catching the duplicate error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635240" y="4462272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-&gt;execute())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-&gt;errno ===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1062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 already registered."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"Something went wrong."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6355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1062 = duplicate entry for a unique key.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secure-registration checklist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sign-up page trustworthy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299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10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everywhere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94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 built by joining strings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89280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299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810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password_hash() before insert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2194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password never stored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83464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08152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1868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29992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email check + UNIQUE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3383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per address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283464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308152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21868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32320" y="29992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132320" y="3383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rules can be bypassed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02336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427024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0740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08760" y="41879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echo the password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1508760" y="4572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messages, not in logs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172200" y="402336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0800" y="427024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40740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32320" y="41879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error messages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7132320" y="4572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reveal database details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548640" y="521208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77240" y="545896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596128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508760" y="53766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</a:t>
            </a:r>
            <a:endParaRPr lang="en-US" sz="1550" dirty="0"/>
          </a:p>
        </p:txBody>
      </p:sp>
      <p:sp>
        <p:nvSpPr>
          <p:cNvPr id="38" name="Text 29"/>
          <p:cNvSpPr txBox="1"/>
          <p:nvPr/>
        </p:nvSpPr>
        <p:spPr>
          <a:xfrm>
            <a:off x="1508760" y="5760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extension — slide 25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6172200" y="521208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400800" y="545896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5596128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132320" y="53766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in production</a:t>
            </a:r>
            <a:endParaRPr lang="en-US" sz="1550" dirty="0"/>
          </a:p>
        </p:txBody>
      </p:sp>
      <p:sp>
        <p:nvSpPr>
          <p:cNvPr id="43" name="Text 33"/>
          <p:cNvSpPr txBox="1"/>
          <p:nvPr/>
        </p:nvSpPr>
        <p:spPr>
          <a:xfrm>
            <a:off x="7132320" y="5760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the password travels in plain text</a:t>
            </a:r>
            <a:endParaRPr lang="en-US" sz="1250" dirty="0"/>
          </a:p>
        </p:txBody>
      </p:sp>
      <p:sp>
        <p:nvSpPr>
          <p:cNvPr id="44" name="Text 3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already in our code.   Amber = add it to score full marks.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 — valid, invalid and duplicate cases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the post-lab submission for Practical 9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2926080"/>
                <a:gridCol w="438912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added?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Priya, priya@gmail.com, Priya@123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Successful!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email again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email is already registered.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fields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blank (JS disabled)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fields are required.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priya@gmail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Please enter a valid email address.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password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must contain at least 6 characters.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 attempt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email: ' OR '1'='1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Stored/compared as plain text, no rows affected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users in phpMyAdmin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column shows $2y$10$… not the typed password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different 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password, different emails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different hashes stored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×2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URL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the PHP file in the address bar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page — the POST block never runs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each result page AND the phpMyAdmin users table after tests 1, 2 and 8.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extension — CSRF token and audit log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the practical list for full marks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2140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12140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212140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2039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register_user.php (renamed from .html)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04872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"csrf"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"csrf"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bin2hex(random_bytes(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hidden field in the form: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&lt;input type="hidden" name="csrf" value="…"&gt;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408736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" y="408736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3856" y="408736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7320" y="4005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of process_user_registration.php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37083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(!hash_equals(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"csrf"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??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"csrf"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??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"Invalid form submission."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778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another website from submitting your form using a logged-in user's browser.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12140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1968" y="212140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03136" y="212140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86600" y="2039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row per important action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404872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audit_logs (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log_id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CURRENT_TIMESTAMP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393192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408736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408736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408736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86600" y="4005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a successful registration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437083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$log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-&gt;prepare("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audit_logs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(user_id, action)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(?, ?)");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$new_id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-&gt;insert_id;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$log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-&gt;bind_param(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$new_id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$action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55778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$conn-&gt;insert_id gives the id MySQL just generated — exactly what the log needs. Practical 14 displays this table.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review: polish it before submitting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works and is already secure in the important ways — these raise the grade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572768"/>
          </a:xfrm>
          <a:prstGeom prst="roundRect">
            <a:avLst>
              <a:gd name="adj" fmla="val 58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105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64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rule is weaker than Practical 5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214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accepts 6 characters; your JS asks for 8 plus a symbol.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51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Practical 5 regex in PHP and raise the length to 8.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1572768"/>
          </a:xfrm>
          <a:prstGeom prst="roundRect">
            <a:avLst>
              <a:gd name="adj" fmla="val 58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8105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49440" y="1664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confirm-password field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21214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list asks for it; a typo in the password locks the user out.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651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field and compare both values in PHP.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264408"/>
            <a:ext cx="5440680" cy="1572768"/>
          </a:xfrm>
          <a:prstGeom prst="roundRect">
            <a:avLst>
              <a:gd name="adj" fmla="val 58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3401568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52044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33741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die() on every error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383133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blank page per mistake, typed data lost.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436168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messages in $errors and show them together.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72200" y="3264408"/>
            <a:ext cx="5440680" cy="1572768"/>
          </a:xfrm>
          <a:prstGeom prst="roundRect">
            <a:avLst>
              <a:gd name="adj" fmla="val 58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55080" y="3401568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520440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49440" y="33741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$stmt-&gt;error shown to the user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0" y="383133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table and column names to anyone.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0" y="436168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friendly line; log the real error with error_log().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4974336"/>
            <a:ext cx="5440680" cy="1572768"/>
          </a:xfrm>
          <a:prstGeom prst="roundRect">
            <a:avLst>
              <a:gd name="adj" fmla="val 58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31520" y="5111496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230368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325880" y="50840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input is type="text"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77240" y="5541264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does not help the user at all.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607161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type="email", and link the page to style.css and script.js.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172200" y="4974336"/>
            <a:ext cx="5440680" cy="1572768"/>
          </a:xfrm>
          <a:prstGeom prst="roundRect">
            <a:avLst>
              <a:gd name="adj" fmla="val 58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355080" y="5111496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5230368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949440" y="50840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not escaped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6400800" y="5541264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name were echoed back, stored HTML would run.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6400800" y="607161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anything echoed from the database in htmlspecialchars().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questions — part 1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answer before reading the answer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411480" cy="41148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733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MySQLi and PDO?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402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MySQLi works only with MySQL and uses ? with bind_param types; PDO supports 12 databases and named placeholders with exceptions.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737360"/>
            <a:ext cx="411480" cy="41148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6733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hash a password instead of encrypting it?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2402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can be reversed with a key; hashing cannot. Nobody — including the admin — should be able to read a password.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27832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10712"/>
            <a:ext cx="411480" cy="41148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3467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password_hash() return?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1363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60-character bcrypt string containing the algorithm, cost and salt, e.g. $2y$10$…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227832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410712"/>
            <a:ext cx="411480" cy="41148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3467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hash different each time?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91363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salt is mixed in, so identical passwords produce different hashes and rainbow tables fail.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901184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084064"/>
            <a:ext cx="411480" cy="41148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084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02005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VARCHAR(255) for the password column?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58698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leave room for longer hashes from future algorithms chosen by PASSWORD_DEFAULT.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4901184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5084064"/>
            <a:ext cx="411480" cy="41148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5084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502005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a duplicate email detected?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558698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id FROM users WHERE email = ? then store_result() and num_rows &gt; 0, backed by a UNIQUE column.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questions — part 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answer before reading the answer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411480" cy="41148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733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bind_param("sss", …) mean?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402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placeholders, all strings. s = string, i = integer, d = double, b = blob.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737360"/>
            <a:ext cx="411480" cy="41148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6733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prepared statements?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2402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is compiled before the data arrives, so user input can never change the query — this blocks SQL injection.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27832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10712"/>
            <a:ext cx="411480" cy="41148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3467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store_result() do?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1363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the result set in PHP so that num_rows can be read from the statement.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227832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410712"/>
            <a:ext cx="411480" cy="41148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3467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client-side validation enough?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91363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It can be disabled or bypassed. PHP must repeat every rule.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901184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084064"/>
            <a:ext cx="411480" cy="41148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084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02005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$conn-&gt;insert_id give?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58698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AUTO_INCREMENT id of the row just inserted — used for the audit log.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4901184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5084064"/>
            <a:ext cx="411480" cy="411480"/>
          </a:xfrm>
          <a:prstGeom prst="ellipse">
            <a:avLst/>
          </a:prstGeom>
          <a:solidFill>
            <a:srgbClr val="102A2B"/>
          </a:solidFill>
          <a:ln w="12700">
            <a:solidFill>
              <a:srgbClr val="102A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5084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502005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the password be checked at login?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558698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password_verify($typed, $storedHash) in Practical 10 — never by hashing and comparing strings yourself.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Post-lab submission checklist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submit for Practical 9 (from the practical list)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1488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register_user.html, db_connect_mysqli.php, process_user_registration.php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202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2376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 SQL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21488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statement or an updated database dump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375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3154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600200" y="35661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 cases from slide 24 with screenshots: valid, invalid and duplicate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72200" y="301752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33756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23760" y="3154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evidence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7223760" y="35661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screenshot showing hashed passwords, never plain text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4348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75488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00200" y="4572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note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1600200" y="49834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table showing the same rules in JavaScript and in PHP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172200" y="44348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75488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223760" y="4572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commit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7223760" y="49834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"Practical 9: secure registration with MySQLi, duplicate check and hashing"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48640" y="589788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822960" y="5897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on: security implementation · DB insert correctness · test coverage · viva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secure registration recipe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645920" cy="1554480"/>
          </a:xfrm>
          <a:prstGeom prst="roundRect">
            <a:avLst>
              <a:gd name="adj" fmla="val 7059"/>
            </a:avLst>
          </a:prstGeom>
          <a:solidFill>
            <a:srgbClr val="17403B"/>
          </a:solidFill>
          <a:ln w="19050">
            <a:solidFill>
              <a:srgbClr val="5FBF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205740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2697480"/>
            <a:ext cx="210312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87752" y="1920240"/>
            <a:ext cx="1645920" cy="1554480"/>
          </a:xfrm>
          <a:prstGeom prst="roundRect">
            <a:avLst>
              <a:gd name="adj" fmla="val 7059"/>
            </a:avLst>
          </a:prstGeom>
          <a:solidFill>
            <a:srgbClr val="17403B"/>
          </a:solidFill>
          <a:ln w="19050">
            <a:solidFill>
              <a:srgbClr val="5FBF9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52344" y="205740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2344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2560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the server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33672" y="2697480"/>
            <a:ext cx="210312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43984" y="1920240"/>
            <a:ext cx="1645920" cy="1554480"/>
          </a:xfrm>
          <a:prstGeom prst="roundRect">
            <a:avLst>
              <a:gd name="adj" fmla="val 7059"/>
            </a:avLst>
          </a:prstGeom>
          <a:solidFill>
            <a:srgbClr val="17403B"/>
          </a:solidFill>
          <a:ln w="19050">
            <a:solidFill>
              <a:srgbClr val="5FBF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205740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08576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81144" y="2560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a duplicate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9904" y="2697480"/>
            <a:ext cx="210312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0216" y="1920240"/>
            <a:ext cx="1645920" cy="1554480"/>
          </a:xfrm>
          <a:prstGeom prst="roundRect">
            <a:avLst>
              <a:gd name="adj" fmla="val 7059"/>
            </a:avLst>
          </a:prstGeom>
          <a:solidFill>
            <a:srgbClr val="17403B"/>
          </a:solidFill>
          <a:ln w="19050">
            <a:solidFill>
              <a:srgbClr val="5FBF9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205740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2560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46136" y="2697480"/>
            <a:ext cx="210312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56448" y="1920240"/>
            <a:ext cx="1645920" cy="1554480"/>
          </a:xfrm>
          <a:prstGeom prst="roundRect">
            <a:avLst>
              <a:gd name="adj" fmla="val 7059"/>
            </a:avLst>
          </a:prstGeom>
          <a:solidFill>
            <a:srgbClr val="17403B"/>
          </a:solidFill>
          <a:ln w="19050">
            <a:solidFill>
              <a:srgbClr val="5FBF9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05740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93608" y="2560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+ bind + execute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802368" y="2697480"/>
            <a:ext cx="210312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12680" y="1920240"/>
            <a:ext cx="1645920" cy="1554480"/>
          </a:xfrm>
          <a:prstGeom prst="roundRect">
            <a:avLst>
              <a:gd name="adj" fmla="val 7059"/>
            </a:avLst>
          </a:prstGeom>
          <a:solidFill>
            <a:srgbClr val="17403B"/>
          </a:solidFill>
          <a:ln w="19050">
            <a:solidFill>
              <a:srgbClr val="5FBF9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77272" y="2057400"/>
            <a:ext cx="411480" cy="411480"/>
          </a:xfrm>
          <a:prstGeom prst="ellipse">
            <a:avLst/>
          </a:prstGeom>
          <a:solidFill>
            <a:srgbClr val="15705B"/>
          </a:solidFill>
          <a:ln w="12700">
            <a:solidFill>
              <a:srgbClr val="1570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77272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0" y="2560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success or failure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402336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MySQLi and PDO both give prepared statements — that is what keeps the query safe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A hash is one-way: store it, verify against it, never try to read it back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Check duplicates in PHP for a friendly message, and in MySQL with UNIQUE for certainty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Next: Practical 10 logs these users in with sessions, password_verify() and role-based access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9 - Secure User Registration with MySQLi</dc:title>
  <dc:subject>PptxGenJS Presentation</dc:subject>
  <dc:creator>PptxGenJS</dc:creator>
  <cp:lastModifiedBy>PptxGenJS</cp:lastModifiedBy>
  <cp:revision>1</cp:revision>
  <dcterms:created xsi:type="dcterms:W3CDTF">2026-10-06T04:12:54Z</dcterms:created>
  <dcterms:modified xsi:type="dcterms:W3CDTF">2026-10-06T04:12:54Z</dcterms:modified>
</cp:coreProperties>
</file>